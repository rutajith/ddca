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71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FBF83-3A36-491D-A4F0-1806A68005BA}" v="68" dt="2026-09-05T08:38:59.5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UBASHEREEN" userId="72dac5a1b05c8d9c" providerId="LiveId" clId="{D1D064EC-AE36-47D0-8B8A-0E219E8F7A34}"/>
    <pc:docChg chg="undo redo custSel addSld delSld modSld sldOrd">
      <pc:chgData name="MD MUBASHEREEN" userId="72dac5a1b05c8d9c" providerId="LiveId" clId="{D1D064EC-AE36-47D0-8B8A-0E219E8F7A34}" dt="2026-09-05T08:39:34.592" v="1439" actId="15"/>
      <pc:docMkLst>
        <pc:docMk/>
      </pc:docMkLst>
      <pc:sldChg chg="addSp delSp modSp mod ord">
        <pc:chgData name="MD MUBASHEREEN" userId="72dac5a1b05c8d9c" providerId="LiveId" clId="{D1D064EC-AE36-47D0-8B8A-0E219E8F7A34}" dt="2026-09-05T06:59:38.218" v="686"/>
        <pc:sldMkLst>
          <pc:docMk/>
          <pc:sldMk cId="1721305735" sldId="256"/>
        </pc:sldMkLst>
        <pc:spChg chg="add del mod">
          <ac:chgData name="MD MUBASHEREEN" userId="72dac5a1b05c8d9c" providerId="LiveId" clId="{D1D064EC-AE36-47D0-8B8A-0E219E8F7A34}" dt="2026-09-04T12:46:31.532" v="211" actId="478"/>
          <ac:spMkLst>
            <pc:docMk/>
            <pc:sldMk cId="1721305735" sldId="256"/>
            <ac:spMk id="16" creationId="{B4E23211-C43A-0E43-FB94-60829FCAC7DF}"/>
          </ac:spMkLst>
        </pc:spChg>
        <pc:spChg chg="add mod">
          <ac:chgData name="MD MUBASHEREEN" userId="72dac5a1b05c8d9c" providerId="LiveId" clId="{D1D064EC-AE36-47D0-8B8A-0E219E8F7A34}" dt="2026-09-04T12:50:18.557" v="377" actId="1076"/>
          <ac:spMkLst>
            <pc:docMk/>
            <pc:sldMk cId="1721305735" sldId="256"/>
            <ac:spMk id="17" creationId="{BC2913E7-3BCB-2FBC-E818-8C865A406247}"/>
          </ac:spMkLst>
        </pc:spChg>
        <pc:spChg chg="add mod">
          <ac:chgData name="MD MUBASHEREEN" userId="72dac5a1b05c8d9c" providerId="LiveId" clId="{D1D064EC-AE36-47D0-8B8A-0E219E8F7A34}" dt="2026-09-04T12:50:45.235" v="379" actId="20577"/>
          <ac:spMkLst>
            <pc:docMk/>
            <pc:sldMk cId="1721305735" sldId="256"/>
            <ac:spMk id="19" creationId="{A4FD1E17-A948-2FCB-476E-775AFD840C9E}"/>
          </ac:spMkLst>
        </pc:spChg>
        <pc:picChg chg="mod">
          <ac:chgData name="MD MUBASHEREEN" userId="72dac5a1b05c8d9c" providerId="LiveId" clId="{D1D064EC-AE36-47D0-8B8A-0E219E8F7A34}" dt="2026-09-04T12:41:55.870" v="3" actId="108"/>
          <ac:picMkLst>
            <pc:docMk/>
            <pc:sldMk cId="1721305735" sldId="256"/>
            <ac:picMk id="5" creationId="{E9257C87-26DE-807D-9D24-060D4BD3C89A}"/>
          </ac:picMkLst>
        </pc:picChg>
      </pc:sldChg>
      <pc:sldChg chg="addSp delSp modSp new del mod">
        <pc:chgData name="MD MUBASHEREEN" userId="72dac5a1b05c8d9c" providerId="LiveId" clId="{D1D064EC-AE36-47D0-8B8A-0E219E8F7A34}" dt="2026-09-04T13:07:17.023" v="503" actId="47"/>
        <pc:sldMkLst>
          <pc:docMk/>
          <pc:sldMk cId="1509477624" sldId="257"/>
        </pc:sldMkLst>
        <pc:spChg chg="del">
          <ac:chgData name="MD MUBASHEREEN" userId="72dac5a1b05c8d9c" providerId="LiveId" clId="{D1D064EC-AE36-47D0-8B8A-0E219E8F7A34}" dt="2026-09-04T12:54:07.785" v="381" actId="22"/>
          <ac:spMkLst>
            <pc:docMk/>
            <pc:sldMk cId="1509477624" sldId="257"/>
            <ac:spMk id="3" creationId="{C7C362BE-95E1-E3BE-BDD8-615CDF61796A}"/>
          </ac:spMkLst>
        </pc:spChg>
        <pc:spChg chg="add del mod">
          <ac:chgData name="MD MUBASHEREEN" userId="72dac5a1b05c8d9c" providerId="LiveId" clId="{D1D064EC-AE36-47D0-8B8A-0E219E8F7A34}" dt="2026-09-04T13:07:10.952" v="501" actId="21"/>
          <ac:spMkLst>
            <pc:docMk/>
            <pc:sldMk cId="1509477624" sldId="257"/>
            <ac:spMk id="7" creationId="{16499D28-3957-E819-39E7-7D8A219ACF89}"/>
          </ac:spMkLst>
        </pc:spChg>
        <pc:spChg chg="add del mod">
          <ac:chgData name="MD MUBASHEREEN" userId="72dac5a1b05c8d9c" providerId="LiveId" clId="{D1D064EC-AE36-47D0-8B8A-0E219E8F7A34}" dt="2026-09-04T13:07:03.073" v="499" actId="21"/>
          <ac:spMkLst>
            <pc:docMk/>
            <pc:sldMk cId="1509477624" sldId="257"/>
            <ac:spMk id="9" creationId="{9B59ECA2-A9DC-A3E9-E6BC-BE3551A3D7E7}"/>
          </ac:spMkLst>
        </pc:spChg>
        <pc:picChg chg="add mod ord">
          <ac:chgData name="MD MUBASHEREEN" userId="72dac5a1b05c8d9c" providerId="LiveId" clId="{D1D064EC-AE36-47D0-8B8A-0E219E8F7A34}" dt="2026-09-04T13:03:33.956" v="447" actId="1076"/>
          <ac:picMkLst>
            <pc:docMk/>
            <pc:sldMk cId="1509477624" sldId="257"/>
            <ac:picMk id="5" creationId="{19DF9711-3FD5-09AE-8B97-ECFEDA73F0B1}"/>
          </ac:picMkLst>
        </pc:picChg>
      </pc:sldChg>
      <pc:sldChg chg="addSp delSp modSp add mod">
        <pc:chgData name="MD MUBASHEREEN" userId="72dac5a1b05c8d9c" providerId="LiveId" clId="{D1D064EC-AE36-47D0-8B8A-0E219E8F7A34}" dt="2026-09-04T13:45:28.524" v="547" actId="1076"/>
        <pc:sldMkLst>
          <pc:docMk/>
          <pc:sldMk cId="1741260548" sldId="258"/>
        </pc:sldMkLst>
        <pc:spChg chg="add del mod">
          <ac:chgData name="MD MUBASHEREEN" userId="72dac5a1b05c8d9c" providerId="LiveId" clId="{D1D064EC-AE36-47D0-8B8A-0E219E8F7A34}" dt="2026-09-04T13:06:17.133" v="484" actId="478"/>
          <ac:spMkLst>
            <pc:docMk/>
            <pc:sldMk cId="1741260548" sldId="258"/>
            <ac:spMk id="7" creationId="{05F42FB2-DFF7-3661-DAC4-A419BEFE278A}"/>
          </ac:spMkLst>
        </pc:spChg>
        <pc:spChg chg="add mod">
          <ac:chgData name="MD MUBASHEREEN" userId="72dac5a1b05c8d9c" providerId="LiveId" clId="{D1D064EC-AE36-47D0-8B8A-0E219E8F7A34}" dt="2026-09-04T13:06:31.250" v="486"/>
          <ac:spMkLst>
            <pc:docMk/>
            <pc:sldMk cId="1741260548" sldId="258"/>
            <ac:spMk id="9" creationId="{9B59ECA2-A9DC-A3E9-E6BC-BE3551A3D7E7}"/>
          </ac:spMkLst>
        </pc:spChg>
        <pc:spChg chg="add mod">
          <ac:chgData name="MD MUBASHEREEN" userId="72dac5a1b05c8d9c" providerId="LiveId" clId="{D1D064EC-AE36-47D0-8B8A-0E219E8F7A34}" dt="2026-09-04T13:07:25.557" v="504" actId="207"/>
          <ac:spMkLst>
            <pc:docMk/>
            <pc:sldMk cId="1741260548" sldId="258"/>
            <ac:spMk id="10" creationId="{9B59ECA2-A9DC-A3E9-E6BC-BE3551A3D7E7}"/>
          </ac:spMkLst>
        </pc:spChg>
        <pc:spChg chg="add mod">
          <ac:chgData name="MD MUBASHEREEN" userId="72dac5a1b05c8d9c" providerId="LiveId" clId="{D1D064EC-AE36-47D0-8B8A-0E219E8F7A34}" dt="2026-09-04T13:40:34.652" v="537" actId="207"/>
          <ac:spMkLst>
            <pc:docMk/>
            <pc:sldMk cId="1741260548" sldId="258"/>
            <ac:spMk id="11" creationId="{16499D28-3957-E819-39E7-7D8A219ACF89}"/>
          </ac:spMkLst>
        </pc:spChg>
        <pc:spChg chg="add mod">
          <ac:chgData name="MD MUBASHEREEN" userId="72dac5a1b05c8d9c" providerId="LiveId" clId="{D1D064EC-AE36-47D0-8B8A-0E219E8F7A34}" dt="2026-09-04T13:35:29.780" v="511" actId="207"/>
          <ac:spMkLst>
            <pc:docMk/>
            <pc:sldMk cId="1741260548" sldId="258"/>
            <ac:spMk id="13" creationId="{CB07CAC4-447C-DFBC-1FD3-D406DBBED724}"/>
          </ac:spMkLst>
        </pc:spChg>
        <pc:spChg chg="add mod">
          <ac:chgData name="MD MUBASHEREEN" userId="72dac5a1b05c8d9c" providerId="LiveId" clId="{D1D064EC-AE36-47D0-8B8A-0E219E8F7A34}" dt="2026-09-04T13:41:01.298" v="539" actId="207"/>
          <ac:spMkLst>
            <pc:docMk/>
            <pc:sldMk cId="1741260548" sldId="258"/>
            <ac:spMk id="14" creationId="{F6B16C66-E4EB-85F5-4A3D-5C6E4B1F5AAF}"/>
          </ac:spMkLst>
        </pc:spChg>
        <pc:picChg chg="add mod">
          <ac:chgData name="MD MUBASHEREEN" userId="72dac5a1b05c8d9c" providerId="LiveId" clId="{D1D064EC-AE36-47D0-8B8A-0E219E8F7A34}" dt="2026-09-04T13:06:12.221" v="483" actId="14100"/>
          <ac:picMkLst>
            <pc:docMk/>
            <pc:sldMk cId="1741260548" sldId="258"/>
            <ac:picMk id="4" creationId="{6CE3BB76-5D07-D8A5-E06E-CD761B3BC86C}"/>
          </ac:picMkLst>
        </pc:picChg>
        <pc:picChg chg="del mod">
          <ac:chgData name="MD MUBASHEREEN" userId="72dac5a1b05c8d9c" providerId="LiveId" clId="{D1D064EC-AE36-47D0-8B8A-0E219E8F7A34}" dt="2026-09-04T13:05:15.025" v="467" actId="478"/>
          <ac:picMkLst>
            <pc:docMk/>
            <pc:sldMk cId="1741260548" sldId="258"/>
            <ac:picMk id="5" creationId="{F562AB7E-82E2-A0D3-B63E-BC827E681C99}"/>
          </ac:picMkLst>
        </pc:picChg>
        <pc:picChg chg="add del mod ord">
          <ac:chgData name="MD MUBASHEREEN" userId="72dac5a1b05c8d9c" providerId="LiveId" clId="{D1D064EC-AE36-47D0-8B8A-0E219E8F7A34}" dt="2026-09-04T13:05:38.677" v="477" actId="34307"/>
          <ac:picMkLst>
            <pc:docMk/>
            <pc:sldMk cId="1741260548" sldId="258"/>
            <ac:picMk id="8" creationId="{A52016DC-A0A6-5F6A-6EDC-68C77AD0CCC1}"/>
          </ac:picMkLst>
        </pc:picChg>
        <pc:picChg chg="add mod">
          <ac:chgData name="MD MUBASHEREEN" userId="72dac5a1b05c8d9c" providerId="LiveId" clId="{D1D064EC-AE36-47D0-8B8A-0E219E8F7A34}" dt="2026-09-04T13:45:28.524" v="547" actId="1076"/>
          <ac:picMkLst>
            <pc:docMk/>
            <pc:sldMk cId="1741260548" sldId="258"/>
            <ac:picMk id="16" creationId="{3C248D17-69EA-0629-11B3-5C4A3A840849}"/>
          </ac:picMkLst>
        </pc:picChg>
      </pc:sldChg>
      <pc:sldChg chg="add del">
        <pc:chgData name="MD MUBASHEREEN" userId="72dac5a1b05c8d9c" providerId="LiveId" clId="{D1D064EC-AE36-47D0-8B8A-0E219E8F7A34}" dt="2026-09-04T13:05:24.180" v="475" actId="47"/>
        <pc:sldMkLst>
          <pc:docMk/>
          <pc:sldMk cId="2257048799" sldId="259"/>
        </pc:sldMkLst>
      </pc:sldChg>
      <pc:sldChg chg="addSp modSp add del mod">
        <pc:chgData name="MD MUBASHEREEN" userId="72dac5a1b05c8d9c" providerId="LiveId" clId="{D1D064EC-AE36-47D0-8B8A-0E219E8F7A34}" dt="2026-09-05T04:41:07.410" v="673" actId="47"/>
        <pc:sldMkLst>
          <pc:docMk/>
          <pc:sldMk cId="2719229723" sldId="259"/>
        </pc:sldMkLst>
        <pc:spChg chg="add mod">
          <ac:chgData name="MD MUBASHEREEN" userId="72dac5a1b05c8d9c" providerId="LiveId" clId="{D1D064EC-AE36-47D0-8B8A-0E219E8F7A34}" dt="2026-09-04T13:54:25.183" v="611" actId="207"/>
          <ac:spMkLst>
            <pc:docMk/>
            <pc:sldMk cId="2719229723" sldId="259"/>
            <ac:spMk id="5" creationId="{0638F1B6-1663-EECF-EA5D-733D65D43BFB}"/>
          </ac:spMkLst>
        </pc:spChg>
        <pc:spChg chg="add mod">
          <ac:chgData name="MD MUBASHEREEN" userId="72dac5a1b05c8d9c" providerId="LiveId" clId="{D1D064EC-AE36-47D0-8B8A-0E219E8F7A34}" dt="2026-09-04T13:48:06.528" v="568" actId="207"/>
          <ac:spMkLst>
            <pc:docMk/>
            <pc:sldMk cId="2719229723" sldId="259"/>
            <ac:spMk id="7" creationId="{0F3FFDAD-173C-12D2-6DDB-387EB0F7A643}"/>
          </ac:spMkLst>
        </pc:spChg>
        <pc:picChg chg="add mod">
          <ac:chgData name="MD MUBASHEREEN" userId="72dac5a1b05c8d9c" providerId="LiveId" clId="{D1D064EC-AE36-47D0-8B8A-0E219E8F7A34}" dt="2026-09-04T13:55:27.197" v="628" actId="1076"/>
          <ac:picMkLst>
            <pc:docMk/>
            <pc:sldMk cId="2719229723" sldId="259"/>
            <ac:picMk id="9" creationId="{1C8E60E3-638E-718B-097D-B6B94D4A1FA4}"/>
          </ac:picMkLst>
        </pc:picChg>
      </pc:sldChg>
      <pc:sldChg chg="add del">
        <pc:chgData name="MD MUBASHEREEN" userId="72dac5a1b05c8d9c" providerId="LiveId" clId="{D1D064EC-AE36-47D0-8B8A-0E219E8F7A34}" dt="2026-09-04T13:05:23.549" v="474" actId="47"/>
        <pc:sldMkLst>
          <pc:docMk/>
          <pc:sldMk cId="1437643364" sldId="260"/>
        </pc:sldMkLst>
      </pc:sldChg>
      <pc:sldChg chg="addSp modSp add del mod">
        <pc:chgData name="MD MUBASHEREEN" userId="72dac5a1b05c8d9c" providerId="LiveId" clId="{D1D064EC-AE36-47D0-8B8A-0E219E8F7A34}" dt="2026-09-05T04:38:31.532" v="652" actId="47"/>
        <pc:sldMkLst>
          <pc:docMk/>
          <pc:sldMk cId="3918039642" sldId="260"/>
        </pc:sldMkLst>
        <pc:spChg chg="add mod">
          <ac:chgData name="MD MUBASHEREEN" userId="72dac5a1b05c8d9c" providerId="LiveId" clId="{D1D064EC-AE36-47D0-8B8A-0E219E8F7A34}" dt="2026-09-05T04:34:48.874" v="650" actId="207"/>
          <ac:spMkLst>
            <pc:docMk/>
            <pc:sldMk cId="3918039642" sldId="260"/>
            <ac:spMk id="5" creationId="{7F529659-0137-4FD1-E7EA-F626B2E6A390}"/>
          </ac:spMkLst>
        </pc:spChg>
      </pc:sldChg>
      <pc:sldChg chg="add del">
        <pc:chgData name="MD MUBASHEREEN" userId="72dac5a1b05c8d9c" providerId="LiveId" clId="{D1D064EC-AE36-47D0-8B8A-0E219E8F7A34}" dt="2026-09-04T13:05:23.070" v="473" actId="47"/>
        <pc:sldMkLst>
          <pc:docMk/>
          <pc:sldMk cId="1252445573" sldId="261"/>
        </pc:sldMkLst>
      </pc:sldChg>
      <pc:sldChg chg="addSp delSp modSp add del mod">
        <pc:chgData name="MD MUBASHEREEN" userId="72dac5a1b05c8d9c" providerId="LiveId" clId="{D1D064EC-AE36-47D0-8B8A-0E219E8F7A34}" dt="2026-09-05T04:33:47.422" v="644" actId="47"/>
        <pc:sldMkLst>
          <pc:docMk/>
          <pc:sldMk cId="2610395014" sldId="261"/>
        </pc:sldMkLst>
        <pc:spChg chg="add mod">
          <ac:chgData name="MD MUBASHEREEN" userId="72dac5a1b05c8d9c" providerId="LiveId" clId="{D1D064EC-AE36-47D0-8B8A-0E219E8F7A34}" dt="2026-09-04T14:17:18.732" v="641" actId="14100"/>
          <ac:spMkLst>
            <pc:docMk/>
            <pc:sldMk cId="2610395014" sldId="261"/>
            <ac:spMk id="5" creationId="{A135113C-36DD-953D-52D2-39E5FE19C299}"/>
          </ac:spMkLst>
        </pc:spChg>
        <pc:picChg chg="del">
          <ac:chgData name="MD MUBASHEREEN" userId="72dac5a1b05c8d9c" providerId="LiveId" clId="{D1D064EC-AE36-47D0-8B8A-0E219E8F7A34}" dt="2026-09-05T04:33:44.143" v="643" actId="478"/>
          <ac:picMkLst>
            <pc:docMk/>
            <pc:sldMk cId="2610395014" sldId="261"/>
            <ac:picMk id="4" creationId="{15F0397A-2816-AE34-B37C-6D5ECE0DE581}"/>
          </ac:picMkLst>
        </pc:picChg>
      </pc:sldChg>
      <pc:sldChg chg="addSp modSp add mod">
        <pc:chgData name="MD MUBASHEREEN" userId="72dac5a1b05c8d9c" providerId="LiveId" clId="{D1D064EC-AE36-47D0-8B8A-0E219E8F7A34}" dt="2026-09-05T07:06:17.454" v="721" actId="207"/>
        <pc:sldMkLst>
          <pc:docMk/>
          <pc:sldMk cId="495995243" sldId="262"/>
        </pc:sldMkLst>
        <pc:spChg chg="add mod">
          <ac:chgData name="MD MUBASHEREEN" userId="72dac5a1b05c8d9c" providerId="LiveId" clId="{D1D064EC-AE36-47D0-8B8A-0E219E8F7A34}" dt="2026-09-05T07:03:51.189" v="704" actId="13926"/>
          <ac:spMkLst>
            <pc:docMk/>
            <pc:sldMk cId="495995243" sldId="262"/>
            <ac:spMk id="5" creationId="{53BD4CEC-031A-258C-C053-CF117834275B}"/>
          </ac:spMkLst>
        </pc:spChg>
        <pc:spChg chg="add mod">
          <ac:chgData name="MD MUBASHEREEN" userId="72dac5a1b05c8d9c" providerId="LiveId" clId="{D1D064EC-AE36-47D0-8B8A-0E219E8F7A34}" dt="2026-09-05T07:02:50.053" v="703" actId="13926"/>
          <ac:spMkLst>
            <pc:docMk/>
            <pc:sldMk cId="495995243" sldId="262"/>
            <ac:spMk id="6" creationId="{2F2DAE1E-ED17-3EC5-E4B0-E36C323C8828}"/>
          </ac:spMkLst>
        </pc:spChg>
        <pc:spChg chg="add mod">
          <ac:chgData name="MD MUBASHEREEN" userId="72dac5a1b05c8d9c" providerId="LiveId" clId="{D1D064EC-AE36-47D0-8B8A-0E219E8F7A34}" dt="2026-09-05T07:01:39.650" v="698" actId="1076"/>
          <ac:spMkLst>
            <pc:docMk/>
            <pc:sldMk cId="495995243" sldId="262"/>
            <ac:spMk id="8" creationId="{4B44EE05-F984-B3D2-BE8A-6A2B28EB878B}"/>
          </ac:spMkLst>
        </pc:spChg>
        <pc:spChg chg="add mod">
          <ac:chgData name="MD MUBASHEREEN" userId="72dac5a1b05c8d9c" providerId="LiveId" clId="{D1D064EC-AE36-47D0-8B8A-0E219E8F7A34}" dt="2026-09-05T07:06:17.454" v="721" actId="207"/>
          <ac:spMkLst>
            <pc:docMk/>
            <pc:sldMk cId="495995243" sldId="262"/>
            <ac:spMk id="11" creationId="{FAE42BE6-BEE6-4948-AAE3-AF89298992A3}"/>
          </ac:spMkLst>
        </pc:spChg>
        <pc:picChg chg="add mod">
          <ac:chgData name="MD MUBASHEREEN" userId="72dac5a1b05c8d9c" providerId="LiveId" clId="{D1D064EC-AE36-47D0-8B8A-0E219E8F7A34}" dt="2026-09-05T07:05:34.479" v="719" actId="14100"/>
          <ac:picMkLst>
            <pc:docMk/>
            <pc:sldMk cId="495995243" sldId="262"/>
            <ac:picMk id="10" creationId="{4C8840E2-8CA5-43A6-5B98-7BEAF8A09EC6}"/>
          </ac:picMkLst>
        </pc:picChg>
      </pc:sldChg>
      <pc:sldChg chg="add del">
        <pc:chgData name="MD MUBASHEREEN" userId="72dac5a1b05c8d9c" providerId="LiveId" clId="{D1D064EC-AE36-47D0-8B8A-0E219E8F7A34}" dt="2026-09-04T13:05:22.830" v="472" actId="47"/>
        <pc:sldMkLst>
          <pc:docMk/>
          <pc:sldMk cId="3096672901" sldId="262"/>
        </pc:sldMkLst>
      </pc:sldChg>
      <pc:sldChg chg="addSp delSp modSp add mod ord">
        <pc:chgData name="MD MUBASHEREEN" userId="72dac5a1b05c8d9c" providerId="LiveId" clId="{D1D064EC-AE36-47D0-8B8A-0E219E8F7A34}" dt="2026-09-05T08:16:27.507" v="1312" actId="21"/>
        <pc:sldMkLst>
          <pc:docMk/>
          <pc:sldMk cId="2578148600" sldId="263"/>
        </pc:sldMkLst>
        <pc:spChg chg="add mod">
          <ac:chgData name="MD MUBASHEREEN" userId="72dac5a1b05c8d9c" providerId="LiveId" clId="{D1D064EC-AE36-47D0-8B8A-0E219E8F7A34}" dt="2026-09-05T07:06:59.253" v="724" actId="1076"/>
          <ac:spMkLst>
            <pc:docMk/>
            <pc:sldMk cId="2578148600" sldId="263"/>
            <ac:spMk id="5" creationId="{42FD2FDF-513E-0754-6C65-B0D4ACCBC252}"/>
          </ac:spMkLst>
        </pc:spChg>
        <pc:spChg chg="add del mod">
          <ac:chgData name="MD MUBASHEREEN" userId="72dac5a1b05c8d9c" providerId="LiveId" clId="{D1D064EC-AE36-47D0-8B8A-0E219E8F7A34}" dt="2026-09-05T07:06:45.500" v="722" actId="478"/>
          <ac:spMkLst>
            <pc:docMk/>
            <pc:sldMk cId="2578148600" sldId="263"/>
            <ac:spMk id="6" creationId="{96DB1DE3-8484-C818-F1DF-3064CAB98F20}"/>
          </ac:spMkLst>
        </pc:spChg>
        <pc:spChg chg="add del mod">
          <ac:chgData name="MD MUBASHEREEN" userId="72dac5a1b05c8d9c" providerId="LiveId" clId="{D1D064EC-AE36-47D0-8B8A-0E219E8F7A34}" dt="2026-09-05T07:09:14.903" v="758" actId="478"/>
          <ac:spMkLst>
            <pc:docMk/>
            <pc:sldMk cId="2578148600" sldId="263"/>
            <ac:spMk id="8" creationId="{EA73331F-4997-E8E2-6004-29E17B2AE0CB}"/>
          </ac:spMkLst>
        </pc:spChg>
        <pc:spChg chg="add mod">
          <ac:chgData name="MD MUBASHEREEN" userId="72dac5a1b05c8d9c" providerId="LiveId" clId="{D1D064EC-AE36-47D0-8B8A-0E219E8F7A34}" dt="2026-09-05T07:11:51.112" v="785" actId="14100"/>
          <ac:spMkLst>
            <pc:docMk/>
            <pc:sldMk cId="2578148600" sldId="263"/>
            <ac:spMk id="10" creationId="{B2E003E1-722E-6011-91BA-711F423BE03A}"/>
          </ac:spMkLst>
        </pc:spChg>
        <pc:spChg chg="add del mod">
          <ac:chgData name="MD MUBASHEREEN" userId="72dac5a1b05c8d9c" providerId="LiveId" clId="{D1D064EC-AE36-47D0-8B8A-0E219E8F7A34}" dt="2026-09-05T07:12:28.010" v="789" actId="478"/>
          <ac:spMkLst>
            <pc:docMk/>
            <pc:sldMk cId="2578148600" sldId="263"/>
            <ac:spMk id="12" creationId="{DA9EAD93-0AF9-AC96-4480-ED5D940C5797}"/>
          </ac:spMkLst>
        </pc:spChg>
        <pc:graphicFrameChg chg="add del mod">
          <ac:chgData name="MD MUBASHEREEN" userId="72dac5a1b05c8d9c" providerId="LiveId" clId="{D1D064EC-AE36-47D0-8B8A-0E219E8F7A34}" dt="2026-09-05T07:08:45.587" v="740" actId="478"/>
          <ac:graphicFrameMkLst>
            <pc:docMk/>
            <pc:sldMk cId="2578148600" sldId="263"/>
            <ac:graphicFrameMk id="4" creationId="{F05C4F2F-42E5-97E7-BB01-4409457600F4}"/>
          </ac:graphicFrameMkLst>
        </pc:graphicFrameChg>
        <pc:graphicFrameChg chg="add del mod">
          <ac:chgData name="MD MUBASHEREEN" userId="72dac5a1b05c8d9c" providerId="LiveId" clId="{D1D064EC-AE36-47D0-8B8A-0E219E8F7A34}" dt="2026-09-05T07:12:08.406" v="786" actId="21"/>
          <ac:graphicFrameMkLst>
            <pc:docMk/>
            <pc:sldMk cId="2578148600" sldId="263"/>
            <ac:graphicFrameMk id="11" creationId="{3E6CEC81-55F6-AD81-79C5-A26C71ED27CF}"/>
          </ac:graphicFrameMkLst>
        </pc:graphicFrameChg>
        <pc:picChg chg="add mod">
          <ac:chgData name="MD MUBASHEREEN" userId="72dac5a1b05c8d9c" providerId="LiveId" clId="{D1D064EC-AE36-47D0-8B8A-0E219E8F7A34}" dt="2026-09-05T04:41:00.967" v="672" actId="1076"/>
          <ac:picMkLst>
            <pc:docMk/>
            <pc:sldMk cId="2578148600" sldId="263"/>
            <ac:picMk id="3" creationId="{883540E4-1730-32A8-925F-77B7EF562740}"/>
          </ac:picMkLst>
        </pc:picChg>
        <pc:picChg chg="del">
          <ac:chgData name="MD MUBASHEREEN" userId="72dac5a1b05c8d9c" providerId="LiveId" clId="{D1D064EC-AE36-47D0-8B8A-0E219E8F7A34}" dt="2026-09-05T04:40:56.977" v="671" actId="478"/>
          <ac:picMkLst>
            <pc:docMk/>
            <pc:sldMk cId="2578148600" sldId="263"/>
            <ac:picMk id="4" creationId="{6CF9799E-D2EA-16C0-7DD3-2A8C4B6B35F9}"/>
          </ac:picMkLst>
        </pc:picChg>
        <pc:picChg chg="add del mod">
          <ac:chgData name="MD MUBASHEREEN" userId="72dac5a1b05c8d9c" providerId="LiveId" clId="{D1D064EC-AE36-47D0-8B8A-0E219E8F7A34}" dt="2026-09-05T08:16:27.507" v="1312" actId="21"/>
          <ac:picMkLst>
            <pc:docMk/>
            <pc:sldMk cId="2578148600" sldId="263"/>
            <ac:picMk id="7" creationId="{A60594B6-E4DD-DBFF-5955-DDC8CA1A269E}"/>
          </ac:picMkLst>
        </pc:picChg>
        <pc:picChg chg="add mod">
          <ac:chgData name="MD MUBASHEREEN" userId="72dac5a1b05c8d9c" providerId="LiveId" clId="{D1D064EC-AE36-47D0-8B8A-0E219E8F7A34}" dt="2026-09-05T08:16:23.473" v="1310" actId="1076"/>
          <ac:picMkLst>
            <pc:docMk/>
            <pc:sldMk cId="2578148600" sldId="263"/>
            <ac:picMk id="9" creationId="{AD998DE4-254F-E105-041A-8737A99DD016}"/>
          </ac:picMkLst>
        </pc:picChg>
      </pc:sldChg>
      <pc:sldChg chg="add del">
        <pc:chgData name="MD MUBASHEREEN" userId="72dac5a1b05c8d9c" providerId="LiveId" clId="{D1D064EC-AE36-47D0-8B8A-0E219E8F7A34}" dt="2026-09-04T13:05:22.624" v="471" actId="47"/>
        <pc:sldMkLst>
          <pc:docMk/>
          <pc:sldMk cId="3000613257" sldId="263"/>
        </pc:sldMkLst>
      </pc:sldChg>
      <pc:sldChg chg="add del">
        <pc:chgData name="MD MUBASHEREEN" userId="72dac5a1b05c8d9c" providerId="LiveId" clId="{D1D064EC-AE36-47D0-8B8A-0E219E8F7A34}" dt="2026-09-04T13:05:22.352" v="470" actId="47"/>
        <pc:sldMkLst>
          <pc:docMk/>
          <pc:sldMk cId="547611118" sldId="264"/>
        </pc:sldMkLst>
      </pc:sldChg>
      <pc:sldChg chg="addSp delSp modSp add mod">
        <pc:chgData name="MD MUBASHEREEN" userId="72dac5a1b05c8d9c" providerId="LiveId" clId="{D1D064EC-AE36-47D0-8B8A-0E219E8F7A34}" dt="2026-09-05T08:29:40.851" v="1410" actId="1076"/>
        <pc:sldMkLst>
          <pc:docMk/>
          <pc:sldMk cId="1356469521" sldId="264"/>
        </pc:sldMkLst>
        <pc:spChg chg="add mod">
          <ac:chgData name="MD MUBASHEREEN" userId="72dac5a1b05c8d9c" providerId="LiveId" clId="{D1D064EC-AE36-47D0-8B8A-0E219E8F7A34}" dt="2026-09-05T07:13:05.018" v="803" actId="1076"/>
          <ac:spMkLst>
            <pc:docMk/>
            <pc:sldMk cId="1356469521" sldId="264"/>
            <ac:spMk id="3" creationId="{7F8184E5-53AE-5220-FA31-D26CC6E5194D}"/>
          </ac:spMkLst>
        </pc:spChg>
        <pc:spChg chg="add mod">
          <ac:chgData name="MD MUBASHEREEN" userId="72dac5a1b05c8d9c" providerId="LiveId" clId="{D1D064EC-AE36-47D0-8B8A-0E219E8F7A34}" dt="2026-09-05T08:16:59.232" v="1319" actId="20577"/>
          <ac:spMkLst>
            <pc:docMk/>
            <pc:sldMk cId="1356469521" sldId="264"/>
            <ac:spMk id="7" creationId="{CDA26DFE-C847-275B-39AA-9016285C3E65}"/>
          </ac:spMkLst>
        </pc:spChg>
        <pc:spChg chg="add del">
          <ac:chgData name="MD MUBASHEREEN" userId="72dac5a1b05c8d9c" providerId="LiveId" clId="{D1D064EC-AE36-47D0-8B8A-0E219E8F7A34}" dt="2026-09-05T07:24:17.168" v="956" actId="478"/>
          <ac:spMkLst>
            <pc:docMk/>
            <pc:sldMk cId="1356469521" sldId="264"/>
            <ac:spMk id="9" creationId="{9248F873-4E02-E704-09E7-3E061FB7BD50}"/>
          </ac:spMkLst>
        </pc:spChg>
        <pc:graphicFrameChg chg="add mod modGraphic">
          <ac:chgData name="MD MUBASHEREEN" userId="72dac5a1b05c8d9c" providerId="LiveId" clId="{D1D064EC-AE36-47D0-8B8A-0E219E8F7A34}" dt="2026-09-05T07:18:28.948" v="916" actId="20577"/>
          <ac:graphicFrameMkLst>
            <pc:docMk/>
            <pc:sldMk cId="1356469521" sldId="264"/>
            <ac:graphicFrameMk id="5" creationId="{F218F485-1514-3953-D98B-973385C29C85}"/>
          </ac:graphicFrameMkLst>
        </pc:graphicFrameChg>
        <pc:graphicFrameChg chg="add del mod">
          <ac:chgData name="MD MUBASHEREEN" userId="72dac5a1b05c8d9c" providerId="LiveId" clId="{D1D064EC-AE36-47D0-8B8A-0E219E8F7A34}" dt="2026-09-05T07:18:25.601" v="914" actId="478"/>
          <ac:graphicFrameMkLst>
            <pc:docMk/>
            <pc:sldMk cId="1356469521" sldId="264"/>
            <ac:graphicFrameMk id="11" creationId="{3E6CEC81-55F6-AD81-79C5-A26C71ED27CF}"/>
          </ac:graphicFrameMkLst>
        </pc:graphicFrameChg>
        <pc:picChg chg="add mod">
          <ac:chgData name="MD MUBASHEREEN" userId="72dac5a1b05c8d9c" providerId="LiveId" clId="{D1D064EC-AE36-47D0-8B8A-0E219E8F7A34}" dt="2026-09-05T08:16:51.765" v="1317" actId="1076"/>
          <ac:picMkLst>
            <pc:docMk/>
            <pc:sldMk cId="1356469521" sldId="264"/>
            <ac:picMk id="6" creationId="{A60594B6-E4DD-DBFF-5955-DDC8CA1A269E}"/>
          </ac:picMkLst>
        </pc:picChg>
        <pc:cxnChg chg="add mod">
          <ac:chgData name="MD MUBASHEREEN" userId="72dac5a1b05c8d9c" providerId="LiveId" clId="{D1D064EC-AE36-47D0-8B8A-0E219E8F7A34}" dt="2026-09-05T08:29:28.670" v="1407" actId="1076"/>
          <ac:cxnSpMkLst>
            <pc:docMk/>
            <pc:sldMk cId="1356469521" sldId="264"/>
            <ac:cxnSpMk id="12" creationId="{EC8D28F8-848D-3728-0A8B-B3C402C50257}"/>
          </ac:cxnSpMkLst>
        </pc:cxnChg>
        <pc:cxnChg chg="add mod">
          <ac:chgData name="MD MUBASHEREEN" userId="72dac5a1b05c8d9c" providerId="LiveId" clId="{D1D064EC-AE36-47D0-8B8A-0E219E8F7A34}" dt="2026-09-05T08:29:31.858" v="1408" actId="1076"/>
          <ac:cxnSpMkLst>
            <pc:docMk/>
            <pc:sldMk cId="1356469521" sldId="264"/>
            <ac:cxnSpMk id="13" creationId="{867025A6-08D1-BECD-9612-704969F91782}"/>
          </ac:cxnSpMkLst>
        </pc:cxnChg>
        <pc:cxnChg chg="add mod">
          <ac:chgData name="MD MUBASHEREEN" userId="72dac5a1b05c8d9c" providerId="LiveId" clId="{D1D064EC-AE36-47D0-8B8A-0E219E8F7A34}" dt="2026-09-05T08:29:40.851" v="1410" actId="1076"/>
          <ac:cxnSpMkLst>
            <pc:docMk/>
            <pc:sldMk cId="1356469521" sldId="264"/>
            <ac:cxnSpMk id="14" creationId="{1DECD8E1-9196-87B8-1CCC-FBF7B439720F}"/>
          </ac:cxnSpMkLst>
        </pc:cxnChg>
        <pc:cxnChg chg="add mod">
          <ac:chgData name="MD MUBASHEREEN" userId="72dac5a1b05c8d9c" providerId="LiveId" clId="{D1D064EC-AE36-47D0-8B8A-0E219E8F7A34}" dt="2026-09-05T08:29:35.167" v="1409" actId="1076"/>
          <ac:cxnSpMkLst>
            <pc:docMk/>
            <pc:sldMk cId="1356469521" sldId="264"/>
            <ac:cxnSpMk id="15" creationId="{47E8F35C-009D-AC22-EF8D-49057C82F136}"/>
          </ac:cxnSpMkLst>
        </pc:cxnChg>
      </pc:sldChg>
      <pc:sldChg chg="add del">
        <pc:chgData name="MD MUBASHEREEN" userId="72dac5a1b05c8d9c" providerId="LiveId" clId="{D1D064EC-AE36-47D0-8B8A-0E219E8F7A34}" dt="2026-09-04T13:05:22.049" v="469" actId="47"/>
        <pc:sldMkLst>
          <pc:docMk/>
          <pc:sldMk cId="721991588" sldId="265"/>
        </pc:sldMkLst>
      </pc:sldChg>
      <pc:sldChg chg="addSp delSp modSp add mod">
        <pc:chgData name="MD MUBASHEREEN" userId="72dac5a1b05c8d9c" providerId="LiveId" clId="{D1D064EC-AE36-47D0-8B8A-0E219E8F7A34}" dt="2026-09-05T08:38:36.734" v="1426" actId="1440"/>
        <pc:sldMkLst>
          <pc:docMk/>
          <pc:sldMk cId="3555224513" sldId="265"/>
        </pc:sldMkLst>
        <pc:spChg chg="add mod ord">
          <ac:chgData name="MD MUBASHEREEN" userId="72dac5a1b05c8d9c" providerId="LiveId" clId="{D1D064EC-AE36-47D0-8B8A-0E219E8F7A34}" dt="2026-09-05T08:19:31.998" v="1325" actId="13822"/>
          <ac:spMkLst>
            <pc:docMk/>
            <pc:sldMk cId="3555224513" sldId="265"/>
            <ac:spMk id="3" creationId="{956B9DFE-41BF-E890-AA52-6E22EDA85FDA}"/>
          </ac:spMkLst>
        </pc:spChg>
        <pc:spChg chg="add mod">
          <ac:chgData name="MD MUBASHEREEN" userId="72dac5a1b05c8d9c" providerId="LiveId" clId="{D1D064EC-AE36-47D0-8B8A-0E219E8F7A34}" dt="2026-09-05T07:49:17.239" v="1071" actId="207"/>
          <ac:spMkLst>
            <pc:docMk/>
            <pc:sldMk cId="3555224513" sldId="265"/>
            <ac:spMk id="5" creationId="{0C8E1C4B-F686-D599-FD65-7AC9931F4221}"/>
          </ac:spMkLst>
        </pc:spChg>
        <pc:spChg chg="add mod ord">
          <ac:chgData name="MD MUBASHEREEN" userId="72dac5a1b05c8d9c" providerId="LiveId" clId="{D1D064EC-AE36-47D0-8B8A-0E219E8F7A34}" dt="2026-09-05T08:20:04.227" v="1340" actId="171"/>
          <ac:spMkLst>
            <pc:docMk/>
            <pc:sldMk cId="3555224513" sldId="265"/>
            <ac:spMk id="6" creationId="{4ACFAF52-65E0-1FC3-7229-4E4ADA71EE10}"/>
          </ac:spMkLst>
        </pc:spChg>
        <pc:spChg chg="add mod">
          <ac:chgData name="MD MUBASHEREEN" userId="72dac5a1b05c8d9c" providerId="LiveId" clId="{D1D064EC-AE36-47D0-8B8A-0E219E8F7A34}" dt="2026-09-05T07:27:47.429" v="1010" actId="1076"/>
          <ac:spMkLst>
            <pc:docMk/>
            <pc:sldMk cId="3555224513" sldId="265"/>
            <ac:spMk id="7" creationId="{EF7ADC04-B843-22FF-FBE3-3EB03AE4CDF7}"/>
          </ac:spMkLst>
        </pc:spChg>
        <pc:spChg chg="add mod ord">
          <ac:chgData name="MD MUBASHEREEN" userId="72dac5a1b05c8d9c" providerId="LiveId" clId="{D1D064EC-AE36-47D0-8B8A-0E219E8F7A34}" dt="2026-09-05T08:19:54.914" v="1337" actId="171"/>
          <ac:spMkLst>
            <pc:docMk/>
            <pc:sldMk cId="3555224513" sldId="265"/>
            <ac:spMk id="8" creationId="{86703355-304C-3CA9-98BD-27C378AFD761}"/>
          </ac:spMkLst>
        </pc:spChg>
        <pc:spChg chg="add mod ord">
          <ac:chgData name="MD MUBASHEREEN" userId="72dac5a1b05c8d9c" providerId="LiveId" clId="{D1D064EC-AE36-47D0-8B8A-0E219E8F7A34}" dt="2026-09-05T08:19:46.029" v="1333" actId="171"/>
          <ac:spMkLst>
            <pc:docMk/>
            <pc:sldMk cId="3555224513" sldId="265"/>
            <ac:spMk id="10" creationId="{567AB399-03F1-3F14-EBF7-DE67561B8C6E}"/>
          </ac:spMkLst>
        </pc:spChg>
        <pc:spChg chg="add del mod">
          <ac:chgData name="MD MUBASHEREEN" userId="72dac5a1b05c8d9c" providerId="LiveId" clId="{D1D064EC-AE36-47D0-8B8A-0E219E8F7A34}" dt="2026-09-05T08:20:41.004" v="1343" actId="478"/>
          <ac:spMkLst>
            <pc:docMk/>
            <pc:sldMk cId="3555224513" sldId="265"/>
            <ac:spMk id="11" creationId="{FE30733A-3DA0-7368-0BBD-5EBBEE9B4BD2}"/>
          </ac:spMkLst>
        </pc:spChg>
        <pc:spChg chg="add mod ord">
          <ac:chgData name="MD MUBASHEREEN" userId="72dac5a1b05c8d9c" providerId="LiveId" clId="{D1D064EC-AE36-47D0-8B8A-0E219E8F7A34}" dt="2026-09-05T08:22:29.550" v="1372" actId="171"/>
          <ac:spMkLst>
            <pc:docMk/>
            <pc:sldMk cId="3555224513" sldId="265"/>
            <ac:spMk id="12" creationId="{4082FFED-EC2F-0E41-6313-E8A60D4DE89E}"/>
          </ac:spMkLst>
        </pc:spChg>
        <pc:spChg chg="add mod ord">
          <ac:chgData name="MD MUBASHEREEN" userId="72dac5a1b05c8d9c" providerId="LiveId" clId="{D1D064EC-AE36-47D0-8B8A-0E219E8F7A34}" dt="2026-09-05T08:22:21.638" v="1369" actId="13822"/>
          <ac:spMkLst>
            <pc:docMk/>
            <pc:sldMk cId="3555224513" sldId="265"/>
            <ac:spMk id="13" creationId="{0008ED95-5926-143B-C1CE-A3E63086E410}"/>
          </ac:spMkLst>
        </pc:spChg>
        <pc:spChg chg="add mod ord">
          <ac:chgData name="MD MUBASHEREEN" userId="72dac5a1b05c8d9c" providerId="LiveId" clId="{D1D064EC-AE36-47D0-8B8A-0E219E8F7A34}" dt="2026-09-05T08:23:10.047" v="1378" actId="13822"/>
          <ac:spMkLst>
            <pc:docMk/>
            <pc:sldMk cId="3555224513" sldId="265"/>
            <ac:spMk id="14" creationId="{18BA7111-A470-504D-9E5A-3F480E39964A}"/>
          </ac:spMkLst>
        </pc:spChg>
        <pc:spChg chg="add mod">
          <ac:chgData name="MD MUBASHEREEN" userId="72dac5a1b05c8d9c" providerId="LiveId" clId="{D1D064EC-AE36-47D0-8B8A-0E219E8F7A34}" dt="2026-09-05T08:23:22.103" v="1379"/>
          <ac:spMkLst>
            <pc:docMk/>
            <pc:sldMk cId="3555224513" sldId="265"/>
            <ac:spMk id="15" creationId="{390726A7-87E8-8F37-8ACA-D6AF660AD451}"/>
          </ac:spMkLst>
        </pc:spChg>
        <pc:spChg chg="add mod ord">
          <ac:chgData name="MD MUBASHEREEN" userId="72dac5a1b05c8d9c" providerId="LiveId" clId="{D1D064EC-AE36-47D0-8B8A-0E219E8F7A34}" dt="2026-09-05T08:23:50.475" v="1383" actId="171"/>
          <ac:spMkLst>
            <pc:docMk/>
            <pc:sldMk cId="3555224513" sldId="265"/>
            <ac:spMk id="16" creationId="{4A2533CA-B5EE-FC64-0293-6A7953D4BFA4}"/>
          </ac:spMkLst>
        </pc:spChg>
        <pc:picChg chg="add del mod">
          <ac:chgData name="MD MUBASHEREEN" userId="72dac5a1b05c8d9c" providerId="LiveId" clId="{D1D064EC-AE36-47D0-8B8A-0E219E8F7A34}" dt="2026-09-05T08:15:18.625" v="1296" actId="21"/>
          <ac:picMkLst>
            <pc:docMk/>
            <pc:sldMk cId="3555224513" sldId="265"/>
            <ac:picMk id="9" creationId="{AD998DE4-254F-E105-041A-8737A99DD016}"/>
          </ac:picMkLst>
        </pc:picChg>
        <pc:picChg chg="add mod">
          <ac:chgData name="MD MUBASHEREEN" userId="72dac5a1b05c8d9c" providerId="LiveId" clId="{D1D064EC-AE36-47D0-8B8A-0E219E8F7A34}" dt="2026-09-05T08:38:36.734" v="1426" actId="1440"/>
          <ac:picMkLst>
            <pc:docMk/>
            <pc:sldMk cId="3555224513" sldId="265"/>
            <ac:picMk id="11" creationId="{395BA8A1-4D99-5961-78CF-9F7C23435D9A}"/>
          </ac:picMkLst>
        </pc:picChg>
      </pc:sldChg>
      <pc:sldChg chg="addSp delSp modSp add mod">
        <pc:chgData name="MD MUBASHEREEN" userId="72dac5a1b05c8d9c" providerId="LiveId" clId="{D1D064EC-AE36-47D0-8B8A-0E219E8F7A34}" dt="2026-09-05T08:39:34.592" v="1439" actId="15"/>
        <pc:sldMkLst>
          <pc:docMk/>
          <pc:sldMk cId="2187887565" sldId="266"/>
        </pc:sldMkLst>
        <pc:spChg chg="add mod">
          <ac:chgData name="MD MUBASHEREEN" userId="72dac5a1b05c8d9c" providerId="LiveId" clId="{D1D064EC-AE36-47D0-8B8A-0E219E8F7A34}" dt="2026-09-05T07:33:20.118" v="1052" actId="403"/>
          <ac:spMkLst>
            <pc:docMk/>
            <pc:sldMk cId="2187887565" sldId="266"/>
            <ac:spMk id="5" creationId="{9A7BE720-A0F8-6F26-C207-BFF2A6619CD8}"/>
          </ac:spMkLst>
        </pc:spChg>
        <pc:spChg chg="add mod">
          <ac:chgData name="MD MUBASHEREEN" userId="72dac5a1b05c8d9c" providerId="LiveId" clId="{D1D064EC-AE36-47D0-8B8A-0E219E8F7A34}" dt="2026-09-05T07:31:46.936" v="1038" actId="207"/>
          <ac:spMkLst>
            <pc:docMk/>
            <pc:sldMk cId="2187887565" sldId="266"/>
            <ac:spMk id="6" creationId="{9489240D-73A4-355E-722A-A7667C8009C8}"/>
          </ac:spMkLst>
        </pc:spChg>
        <pc:spChg chg="add mod">
          <ac:chgData name="MD MUBASHEREEN" userId="72dac5a1b05c8d9c" providerId="LiveId" clId="{D1D064EC-AE36-47D0-8B8A-0E219E8F7A34}" dt="2026-09-05T07:32:23.256" v="1041" actId="1076"/>
          <ac:spMkLst>
            <pc:docMk/>
            <pc:sldMk cId="2187887565" sldId="266"/>
            <ac:spMk id="8" creationId="{84750A05-99E6-A4B2-6806-73198856A407}"/>
          </ac:spMkLst>
        </pc:spChg>
        <pc:spChg chg="add mod">
          <ac:chgData name="MD MUBASHEREEN" userId="72dac5a1b05c8d9c" providerId="LiveId" clId="{D1D064EC-AE36-47D0-8B8A-0E219E8F7A34}" dt="2026-09-05T08:39:34.592" v="1439" actId="15"/>
          <ac:spMkLst>
            <pc:docMk/>
            <pc:sldMk cId="2187887565" sldId="266"/>
            <ac:spMk id="10" creationId="{F861340C-2B18-A5FD-13FD-65447316EB0B}"/>
          </ac:spMkLst>
        </pc:spChg>
        <pc:graphicFrameChg chg="add mod modGraphic">
          <ac:chgData name="MD MUBASHEREEN" userId="72dac5a1b05c8d9c" providerId="LiveId" clId="{D1D064EC-AE36-47D0-8B8A-0E219E8F7A34}" dt="2026-09-05T07:32:04.984" v="1039" actId="1076"/>
          <ac:graphicFrameMkLst>
            <pc:docMk/>
            <pc:sldMk cId="2187887565" sldId="266"/>
            <ac:graphicFrameMk id="3" creationId="{77386386-3B5B-72E4-28E9-7665D1704B10}"/>
          </ac:graphicFrameMkLst>
        </pc:graphicFrameChg>
        <pc:picChg chg="add mod">
          <ac:chgData name="MD MUBASHEREEN" userId="72dac5a1b05c8d9c" providerId="LiveId" clId="{D1D064EC-AE36-47D0-8B8A-0E219E8F7A34}" dt="2026-09-05T08:39:26.270" v="1438" actId="1076"/>
          <ac:picMkLst>
            <pc:docMk/>
            <pc:sldMk cId="2187887565" sldId="266"/>
            <ac:picMk id="9" creationId="{8899EC75-5053-34E0-A262-E9F62D861D4F}"/>
          </ac:picMkLst>
        </pc:picChg>
        <pc:picChg chg="add del mod">
          <ac:chgData name="MD MUBASHEREEN" userId="72dac5a1b05c8d9c" providerId="LiveId" clId="{D1D064EC-AE36-47D0-8B8A-0E219E8F7A34}" dt="2026-09-05T08:14:06.958" v="1289" actId="21"/>
          <ac:picMkLst>
            <pc:docMk/>
            <pc:sldMk cId="2187887565" sldId="266"/>
            <ac:picMk id="9" creationId="{AD998DE4-254F-E105-041A-8737A99DD016}"/>
          </ac:picMkLst>
        </pc:picChg>
        <pc:picChg chg="add del mod">
          <ac:chgData name="MD MUBASHEREEN" userId="72dac5a1b05c8d9c" providerId="LiveId" clId="{D1D064EC-AE36-47D0-8B8A-0E219E8F7A34}" dt="2026-09-05T08:13:35.507" v="1280" actId="21"/>
          <ac:picMkLst>
            <pc:docMk/>
            <pc:sldMk cId="2187887565" sldId="266"/>
            <ac:picMk id="12" creationId="{52B61715-3BA8-1B02-6719-D5FBFF73241E}"/>
          </ac:picMkLst>
        </pc:picChg>
      </pc:sldChg>
      <pc:sldChg chg="add del">
        <pc:chgData name="MD MUBASHEREEN" userId="72dac5a1b05c8d9c" providerId="LiveId" clId="{D1D064EC-AE36-47D0-8B8A-0E219E8F7A34}" dt="2026-09-04T13:05:21.793" v="468" actId="47"/>
        <pc:sldMkLst>
          <pc:docMk/>
          <pc:sldMk cId="3317234464" sldId="266"/>
        </pc:sldMkLst>
      </pc:sldChg>
      <pc:sldChg chg="add del">
        <pc:chgData name="MD MUBASHEREEN" userId="72dac5a1b05c8d9c" providerId="LiveId" clId="{D1D064EC-AE36-47D0-8B8A-0E219E8F7A34}" dt="2026-09-04T12:54:36.697" v="410" actId="47"/>
        <pc:sldMkLst>
          <pc:docMk/>
          <pc:sldMk cId="2932014775" sldId="267"/>
        </pc:sldMkLst>
      </pc:sldChg>
      <pc:sldChg chg="addSp modSp add mod">
        <pc:chgData name="MD MUBASHEREEN" userId="72dac5a1b05c8d9c" providerId="LiveId" clId="{D1D064EC-AE36-47D0-8B8A-0E219E8F7A34}" dt="2026-09-05T08:28:24.175" v="1406" actId="1076"/>
        <pc:sldMkLst>
          <pc:docMk/>
          <pc:sldMk cId="3876096224" sldId="267"/>
        </pc:sldMkLst>
        <pc:spChg chg="add mod">
          <ac:chgData name="MD MUBASHEREEN" userId="72dac5a1b05c8d9c" providerId="LiveId" clId="{D1D064EC-AE36-47D0-8B8A-0E219E8F7A34}" dt="2026-09-05T08:02:23.644" v="1162" actId="20577"/>
          <ac:spMkLst>
            <pc:docMk/>
            <pc:sldMk cId="3876096224" sldId="267"/>
            <ac:spMk id="5" creationId="{695FB5BB-6D72-22B3-AF54-BFA8447879C6}"/>
          </ac:spMkLst>
        </pc:spChg>
        <pc:picChg chg="add mod">
          <ac:chgData name="MD MUBASHEREEN" userId="72dac5a1b05c8d9c" providerId="LiveId" clId="{D1D064EC-AE36-47D0-8B8A-0E219E8F7A34}" dt="2026-09-05T08:28:24.175" v="1406" actId="1076"/>
          <ac:picMkLst>
            <pc:docMk/>
            <pc:sldMk cId="3876096224" sldId="267"/>
            <ac:picMk id="7" creationId="{23E531B9-FBC6-45D0-BB13-01776251AA8F}"/>
          </ac:picMkLst>
        </pc:picChg>
      </pc:sldChg>
      <pc:sldChg chg="add del">
        <pc:chgData name="MD MUBASHEREEN" userId="72dac5a1b05c8d9c" providerId="LiveId" clId="{D1D064EC-AE36-47D0-8B8A-0E219E8F7A34}" dt="2026-09-04T12:54:36.409" v="409" actId="47"/>
        <pc:sldMkLst>
          <pc:docMk/>
          <pc:sldMk cId="2810370030" sldId="268"/>
        </pc:sldMkLst>
      </pc:sldChg>
      <pc:sldChg chg="addSp modSp add mod">
        <pc:chgData name="MD MUBASHEREEN" userId="72dac5a1b05c8d9c" providerId="LiveId" clId="{D1D064EC-AE36-47D0-8B8A-0E219E8F7A34}" dt="2026-09-05T08:09:47.675" v="1204" actId="1440"/>
        <pc:sldMkLst>
          <pc:docMk/>
          <pc:sldMk cId="3408481877" sldId="268"/>
        </pc:sldMkLst>
        <pc:spChg chg="add mod">
          <ac:chgData name="MD MUBASHEREEN" userId="72dac5a1b05c8d9c" providerId="LiveId" clId="{D1D064EC-AE36-47D0-8B8A-0E219E8F7A34}" dt="2026-09-05T08:05:03.831" v="1191" actId="339"/>
          <ac:spMkLst>
            <pc:docMk/>
            <pc:sldMk cId="3408481877" sldId="268"/>
            <ac:spMk id="5" creationId="{E0E6D2E2-E98D-513B-BEA2-07E5E1492E6B}"/>
          </ac:spMkLst>
        </pc:spChg>
        <pc:picChg chg="add mod ord">
          <ac:chgData name="MD MUBASHEREEN" userId="72dac5a1b05c8d9c" providerId="LiveId" clId="{D1D064EC-AE36-47D0-8B8A-0E219E8F7A34}" dt="2026-09-05T08:09:47.675" v="1204" actId="1440"/>
          <ac:picMkLst>
            <pc:docMk/>
            <pc:sldMk cId="3408481877" sldId="268"/>
            <ac:picMk id="7" creationId="{343BE971-D20C-0BAD-F88D-67C123492476}"/>
          </ac:picMkLst>
        </pc:picChg>
      </pc:sldChg>
      <pc:sldChg chg="add del">
        <pc:chgData name="MD MUBASHEREEN" userId="72dac5a1b05c8d9c" providerId="LiveId" clId="{D1D064EC-AE36-47D0-8B8A-0E219E8F7A34}" dt="2026-09-05T08:25:37.406" v="1391" actId="47"/>
        <pc:sldMkLst>
          <pc:docMk/>
          <pc:sldMk cId="2368116423" sldId="269"/>
        </pc:sldMkLst>
      </pc:sldChg>
      <pc:sldChg chg="add del">
        <pc:chgData name="MD MUBASHEREEN" userId="72dac5a1b05c8d9c" providerId="LiveId" clId="{D1D064EC-AE36-47D0-8B8A-0E219E8F7A34}" dt="2026-09-04T12:54:36.152" v="408" actId="47"/>
        <pc:sldMkLst>
          <pc:docMk/>
          <pc:sldMk cId="3406143535" sldId="269"/>
        </pc:sldMkLst>
      </pc:sldChg>
      <pc:sldChg chg="add del">
        <pc:chgData name="MD MUBASHEREEN" userId="72dac5a1b05c8d9c" providerId="LiveId" clId="{D1D064EC-AE36-47D0-8B8A-0E219E8F7A34}" dt="2026-09-05T08:14:22.143" v="1293" actId="47"/>
        <pc:sldMkLst>
          <pc:docMk/>
          <pc:sldMk cId="735560446" sldId="270"/>
        </pc:sldMkLst>
      </pc:sldChg>
      <pc:sldChg chg="add del">
        <pc:chgData name="MD MUBASHEREEN" userId="72dac5a1b05c8d9c" providerId="LiveId" clId="{D1D064EC-AE36-47D0-8B8A-0E219E8F7A34}" dt="2026-09-04T12:54:35.913" v="407" actId="47"/>
        <pc:sldMkLst>
          <pc:docMk/>
          <pc:sldMk cId="1048845566" sldId="270"/>
        </pc:sldMkLst>
      </pc:sldChg>
      <pc:sldChg chg="addSp modSp add mod">
        <pc:chgData name="MD MUBASHEREEN" userId="72dac5a1b05c8d9c" providerId="LiveId" clId="{D1D064EC-AE36-47D0-8B8A-0E219E8F7A34}" dt="2026-09-05T08:25:01.946" v="1390" actId="207"/>
        <pc:sldMkLst>
          <pc:docMk/>
          <pc:sldMk cId="2086852806" sldId="271"/>
        </pc:sldMkLst>
        <pc:picChg chg="add mod">
          <ac:chgData name="MD MUBASHEREEN" userId="72dac5a1b05c8d9c" providerId="LiveId" clId="{D1D064EC-AE36-47D0-8B8A-0E219E8F7A34}" dt="2026-09-05T08:25:01.946" v="1390" actId="207"/>
          <ac:picMkLst>
            <pc:docMk/>
            <pc:sldMk cId="2086852806" sldId="271"/>
            <ac:picMk id="12" creationId="{52B61715-3BA8-1B02-6719-D5FBFF73241E}"/>
          </ac:picMkLst>
        </pc:picChg>
      </pc:sldChg>
      <pc:sldChg chg="add del">
        <pc:chgData name="MD MUBASHEREEN" userId="72dac5a1b05c8d9c" providerId="LiveId" clId="{D1D064EC-AE36-47D0-8B8A-0E219E8F7A34}" dt="2026-09-04T12:54:35.689" v="406" actId="47"/>
        <pc:sldMkLst>
          <pc:docMk/>
          <pc:sldMk cId="3956853772" sldId="271"/>
        </pc:sldMkLst>
      </pc:sldChg>
      <pc:sldChg chg="add del">
        <pc:chgData name="MD MUBASHEREEN" userId="72dac5a1b05c8d9c" providerId="LiveId" clId="{D1D064EC-AE36-47D0-8B8A-0E219E8F7A34}" dt="2026-09-04T12:54:35.398" v="405" actId="47"/>
        <pc:sldMkLst>
          <pc:docMk/>
          <pc:sldMk cId="2465324846" sldId="272"/>
        </pc:sldMkLst>
      </pc:sldChg>
      <pc:sldChg chg="add del">
        <pc:chgData name="MD MUBASHEREEN" userId="72dac5a1b05c8d9c" providerId="LiveId" clId="{D1D064EC-AE36-47D0-8B8A-0E219E8F7A34}" dt="2026-09-04T12:54:35.181" v="404" actId="47"/>
        <pc:sldMkLst>
          <pc:docMk/>
          <pc:sldMk cId="3560712558" sldId="273"/>
        </pc:sldMkLst>
      </pc:sldChg>
      <pc:sldChg chg="add del">
        <pc:chgData name="MD MUBASHEREEN" userId="72dac5a1b05c8d9c" providerId="LiveId" clId="{D1D064EC-AE36-47D0-8B8A-0E219E8F7A34}" dt="2026-09-04T12:54:34.846" v="403" actId="47"/>
        <pc:sldMkLst>
          <pc:docMk/>
          <pc:sldMk cId="1288100778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5FBA-9D85-4F4F-8730-15DCB57B0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28088-1521-9A4A-44F5-FCBDEF1E2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408CD-EF30-B22C-D671-794AAF7A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908C8-BF50-096A-236B-A622F5F7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E4989-21D8-49C4-C3C6-A64B03FF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070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2C0B-FDB0-15DF-808F-90B641BE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724C3-7A66-6DDD-078F-3B60A6585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782E4-17BF-AC6D-7DF0-ED99D7C5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6EB89-EC7E-AF98-2969-B3755EC2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C720F-0882-1F7E-AE2F-30C5260D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245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1CC-9C52-B0C1-2D68-4595E4DC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5B528-CE93-BB03-7A01-4F4742CC2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7A983-802C-5D97-A932-41719D1E4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88A3-A745-406B-8C0C-13B70B46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EE2F1-1C7A-6504-3A3A-76BF2E88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0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3AA3-E01C-6470-24D8-0C0BECB5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8D53A-6AB5-A975-34DA-32ADEB935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60E61-5408-2F9B-DB31-5B4AAAFD6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ECBF-2F4D-F318-7F20-AA06CC6E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C5EFD-71D7-E7B1-AAEE-01B63A08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01B22-0E35-E374-E400-D3E3420A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59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5AA3-2350-F9F4-AC6F-DA345A63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90FAC-C346-2AFB-7B1C-0D399EE1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BBEF6-24D3-3B9A-AD78-AF26DDB2F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F5D62-E32C-7809-B1A8-2371E78B4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A08D9-C8C4-2104-AB41-8A71E2691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5E532-F00B-E706-189E-350DD7CD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FDC36-8BDB-596F-24C3-49B400D8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4619D-17D7-2E2E-2063-E0DB31F6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21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B468-5B53-F51E-431E-2B1DF923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4C3B9-868B-DFE8-D00A-43750682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129B3-99FE-0606-DE55-24FE791F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52CB3-33FA-138E-7992-995471DE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2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47FB6-AF8E-7AF1-EE7E-DAE6ED5B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BDAA4-8220-4F3F-DA84-A9E49B07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D0ECD-22FC-2510-361D-913D9FD2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6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C3B5-8AD6-60D4-8A68-5B2D5A0CF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BD9B8-ADAE-C14A-98F8-AE846D556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A7E73-EB86-A820-E813-9F806AD6B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C833B-654D-C0A0-6C6C-CFB9DD344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955D6-0789-C653-BF24-A96246E5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37984-3542-0BF1-EA74-F9659F0E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67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3190-0407-D3D2-B36A-87DE57E7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5D4096-6AF8-D23C-4F79-DCC5B3788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1DEAC-45DC-D24E-48AC-F6C234BCE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103BE-CB00-FC11-20E6-8879066C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A1334-1012-758D-C849-40A82FBB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E1EDF-FEA9-D18C-0CB4-A8F440C0B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6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10CF-DBCB-D20D-F192-A16F6159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F3FF7-3525-E76B-F449-724F4C99F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8D46F-368F-D710-80FB-FB911587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5924A-9233-6059-ED25-B3CE9F0D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B7290-B64D-83D8-177D-E8DEF2EF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6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A91CB-8358-054E-5849-0A1DDD8EC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0B3E0-62CA-81FA-3BDA-0B2DCAF59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8C5BF-54FC-33C8-DEEA-7BBC1299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F2B3-F13B-E049-4D3C-98B41D8B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83CF4-AE92-5A9F-ED2A-753C97AD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4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0B70F-385F-1206-70B9-2D4B5EF5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26485-E846-90A5-5D42-4185F0C6C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9CC53-4F76-6AA6-330C-A793E3D17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F1268-58FD-4C82-943D-F300ADACF6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A3E34-8B66-29D0-69A7-56CF3B28C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66F3C-51A0-61AC-81BC-F62767E4B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E073C-D4E2-415E-95EE-F51741790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26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313B-69B4-DB98-B84B-E2577761C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5A98B-8072-A874-B202-3E23299D31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57C87-26DE-807D-9D24-060D4BD3C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video surveillance camera and a parking lot&#10;&#10;AI-generated content may be incorrect.">
            <a:extLst>
              <a:ext uri="{FF2B5EF4-FFF2-40B4-BE49-F238E27FC236}">
                <a16:creationId xmlns:a16="http://schemas.microsoft.com/office/drawing/2014/main" id="{8A3AD874-65C8-AA42-8552-DD9AE1730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328" y="1385963"/>
            <a:ext cx="4108730" cy="424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D7293B-BDE4-4A78-5583-D48020ADD760}"/>
              </a:ext>
            </a:extLst>
          </p:cNvPr>
          <p:cNvSpPr txBox="1"/>
          <p:nvPr/>
        </p:nvSpPr>
        <p:spPr>
          <a:xfrm>
            <a:off x="4721791" y="421223"/>
            <a:ext cx="75775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Design  and Simulation           </a:t>
            </a:r>
          </a:p>
          <a:p>
            <a:r>
              <a:rPr lang="en-US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  of a  Smart  Parking                                               </a:t>
            </a:r>
          </a:p>
          <a:p>
            <a:r>
              <a:rPr lang="en-US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     Slot  Availability     </a:t>
            </a:r>
          </a:p>
          <a:p>
            <a:r>
              <a:rPr lang="en-US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   and Entry Control  </a:t>
            </a:r>
          </a:p>
          <a:p>
            <a:r>
              <a:rPr lang="en-US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      System Using      </a:t>
            </a:r>
          </a:p>
          <a:p>
            <a:r>
              <a:rPr lang="en-US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  Combinational logic </a:t>
            </a:r>
            <a:endParaRPr lang="en-IN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913E7-3BCB-2FBC-E818-8C865A406247}"/>
              </a:ext>
            </a:extLst>
          </p:cNvPr>
          <p:cNvSpPr txBox="1"/>
          <p:nvPr/>
        </p:nvSpPr>
        <p:spPr>
          <a:xfrm>
            <a:off x="5469057" y="5366305"/>
            <a:ext cx="1865644" cy="369332"/>
          </a:xfrm>
          <a:prstGeom prst="rect">
            <a:avLst/>
          </a:prstGeom>
          <a:gradFill>
            <a:gsLst>
              <a:gs pos="83000">
                <a:schemeClr val="tx2">
                  <a:lumMod val="75000"/>
                  <a:lumOff val="2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 extrusionH="76200">
            <a:bevelT prst="relaxedInset"/>
            <a:bevelB prst="relaxedInset"/>
            <a:extrusionClr>
              <a:srgbClr val="00B0F0"/>
            </a:extrusionClr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Presented By: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D1E17-A948-2FCB-476E-775AFD840C9E}"/>
              </a:ext>
            </a:extLst>
          </p:cNvPr>
          <p:cNvSpPr txBox="1"/>
          <p:nvPr/>
        </p:nvSpPr>
        <p:spPr>
          <a:xfrm>
            <a:off x="791307" y="6190103"/>
            <a:ext cx="10244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Aadhyaa      •      A. Rutajith Singh      •      MD. Mubashereen      •      Shaheena Amreen      •      A. Pooja</a:t>
            </a:r>
            <a:endParaRPr lang="en-US" sz="1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30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4B410-AAFE-9DAF-7EEE-CE1ACD88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7019-807B-D4CF-DCD7-4EB09AE0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6CE3BB76-5D07-D8A5-E06E-CD761B3BC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59ECA2-A9DC-A3E9-E6BC-BE3551A3D7E7}"/>
              </a:ext>
            </a:extLst>
          </p:cNvPr>
          <p:cNvSpPr txBox="1"/>
          <p:nvPr/>
        </p:nvSpPr>
        <p:spPr>
          <a:xfrm>
            <a:off x="285135" y="365125"/>
            <a:ext cx="61746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Introduction: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99D28-3957-E819-39E7-7D8A219ACF89}"/>
              </a:ext>
            </a:extLst>
          </p:cNvPr>
          <p:cNvSpPr txBox="1"/>
          <p:nvPr/>
        </p:nvSpPr>
        <p:spPr>
          <a:xfrm>
            <a:off x="619433" y="1752581"/>
            <a:ext cx="8849032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smart parking system is a digital system that monitors the availability of parking spaces and controls whether a vehicle can enter the parking area. In a traditional parking system, drivers may have to search manually for an empty slot.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can cause: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wastage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 congestion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Difficulty in finding vacant spaces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Unnecessary fuel consumption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smart parking system solves this problem by using sensors and digital logic to determine whether parking slots are available.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7CAC4-447C-DFBC-1FD3-D406DBBED724}"/>
              </a:ext>
            </a:extLst>
          </p:cNvPr>
          <p:cNvSpPr txBox="1"/>
          <p:nvPr/>
        </p:nvSpPr>
        <p:spPr>
          <a:xfrm>
            <a:off x="491612" y="1181794"/>
            <a:ext cx="61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What is Smart Parking?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6B16C66-E4EB-85F5-4A3D-5C6E4B1F5AAF}"/>
              </a:ext>
            </a:extLst>
          </p:cNvPr>
          <p:cNvSpPr/>
          <p:nvPr/>
        </p:nvSpPr>
        <p:spPr>
          <a:xfrm>
            <a:off x="285135" y="6086168"/>
            <a:ext cx="275304" cy="186813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248D17-69EA-0629-11B3-5C4A3A840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3" y="3332245"/>
            <a:ext cx="5442861" cy="24767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4126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6641B-19DD-26FF-7CF2-60055262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F117D-56B9-2FC4-5C9B-FE8BBDE7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5495B226-9C05-D082-A0CE-9EEBD0D4C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D4CEC-031A-258C-C053-CF117834275B}"/>
              </a:ext>
            </a:extLst>
          </p:cNvPr>
          <p:cNvSpPr txBox="1"/>
          <p:nvPr/>
        </p:nvSpPr>
        <p:spPr>
          <a:xfrm>
            <a:off x="291866" y="197346"/>
            <a:ext cx="11664159" cy="337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highlight>
                  <a:srgbClr val="00FFFF"/>
                </a:highlight>
              </a:rPr>
              <a:t>Objectives of the Project 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Determine the availability of parking space.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Control vehicle entry automatically.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Display the parking status.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Design the system using basic logic gates.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Simulate the circuit using </a:t>
            </a:r>
            <a:r>
              <a:rPr lang="en-US" sz="2000" b="1" dirty="0"/>
              <a:t>Logisim</a:t>
            </a:r>
            <a:r>
              <a:rPr lang="en-US" sz="2000" dirty="0"/>
              <a:t>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Detect whether parking slots are occupied or vacant.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DAE1E-ED17-3EC5-E4B0-E36C323C8828}"/>
              </a:ext>
            </a:extLst>
          </p:cNvPr>
          <p:cNvSpPr txBox="1"/>
          <p:nvPr/>
        </p:nvSpPr>
        <p:spPr>
          <a:xfrm>
            <a:off x="291866" y="36023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sz="2400" b="1" dirty="0">
                <a:ln/>
                <a:solidFill>
                  <a:schemeClr val="accent3"/>
                </a:solidFill>
                <a:highlight>
                  <a:srgbClr val="00FFFF"/>
                </a:highlight>
              </a:rPr>
              <a:t>How does our system work?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44EE05-F984-B3D2-BE8A-6A2B28EB878B}"/>
              </a:ext>
            </a:extLst>
          </p:cNvPr>
          <p:cNvSpPr txBox="1"/>
          <p:nvPr/>
        </p:nvSpPr>
        <p:spPr>
          <a:xfrm>
            <a:off x="291866" y="4064029"/>
            <a:ext cx="952745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Our proposed system takes information from parking-slot sensors as digital inputs. The system checks: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Which parking slots are occupied or empty.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Whether at least one slot is available.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Whether a vehicle should be allowed to enter.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Whether the parking area is full.</a:t>
            </a:r>
          </a:p>
          <a:p>
            <a:r>
              <a:rPr lang="en-IN" sz="2400" dirty="0">
                <a:solidFill>
                  <a:schemeClr val="tx2"/>
                </a:solidFill>
              </a:rPr>
              <a:t>The decision is made using combinational logic circuits, so the output depends only on the current input conditions.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8840E2-8CA5-43A6-5B98-7BEAF8A09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480" y="782599"/>
            <a:ext cx="4909761" cy="2592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E42BE6-BEE6-4948-AAE3-AF89298992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99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2DB54-1603-5D52-7B3A-FC436342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8CBB1-B8D0-A722-C43F-B684F4F3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883540E4-1730-32A8-925F-77B7EF562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D2FDF-513E-0754-6C65-B0D4ACCBC252}"/>
              </a:ext>
            </a:extLst>
          </p:cNvPr>
          <p:cNvSpPr txBox="1"/>
          <p:nvPr/>
        </p:nvSpPr>
        <p:spPr>
          <a:xfrm>
            <a:off x="235974" y="12680"/>
            <a:ext cx="117200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Simple Example:</a:t>
            </a:r>
          </a:p>
          <a:p>
            <a:r>
              <a:rPr lang="en-IN" sz="2400" dirty="0">
                <a:solidFill>
                  <a:schemeClr val="tx2"/>
                </a:solidFill>
              </a:rPr>
              <a:t>Suppose there are 4 parking slots:</a:t>
            </a:r>
          </a:p>
          <a:p>
            <a:r>
              <a:rPr lang="en-IN" sz="2400" dirty="0">
                <a:solidFill>
                  <a:schemeClr val="tx2"/>
                </a:solidFill>
              </a:rPr>
              <a:t>0 → Slot is empty</a:t>
            </a:r>
          </a:p>
          <a:p>
            <a:r>
              <a:rPr lang="en-IN" sz="2400" dirty="0">
                <a:solidFill>
                  <a:schemeClr val="tx2"/>
                </a:solidFill>
              </a:rPr>
              <a:t>1 → Slot is occupied</a:t>
            </a:r>
          </a:p>
          <a:p>
            <a:r>
              <a:rPr lang="en-IN" sz="2400" dirty="0">
                <a:solidFill>
                  <a:schemeClr val="tx2"/>
                </a:solidFill>
              </a:rPr>
              <a:t>If the inputs are:     S1 S2 S3 S4 = 1 1 0 1</a:t>
            </a:r>
          </a:p>
          <a:p>
            <a:r>
              <a:rPr lang="en-IN" sz="2400" dirty="0">
                <a:solidFill>
                  <a:schemeClr val="tx2"/>
                </a:solidFill>
              </a:rPr>
              <a:t>Slot 3 is empty, so the system detects that parking is available and allows entry.</a:t>
            </a:r>
          </a:p>
          <a:p>
            <a:r>
              <a:rPr lang="en-IN" sz="2400" dirty="0">
                <a:solidFill>
                  <a:schemeClr val="tx2"/>
                </a:solidFill>
              </a:rPr>
              <a:t>If:</a:t>
            </a:r>
          </a:p>
          <a:p>
            <a:r>
              <a:rPr lang="en-IN" sz="2400" dirty="0">
                <a:solidFill>
                  <a:schemeClr val="tx2"/>
                </a:solidFill>
              </a:rPr>
              <a:t>S1 S2 S3 S4 = 1 1 1 1</a:t>
            </a:r>
          </a:p>
          <a:p>
            <a:r>
              <a:rPr lang="en-IN" sz="2400" b="1" dirty="0">
                <a:solidFill>
                  <a:srgbClr val="0070C0"/>
                </a:solidFill>
              </a:rPr>
              <a:t>All slots are occupied, so the system indicates FULL and does not allow entry.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E003E1-722E-6011-91BA-711F423BE03A}"/>
              </a:ext>
            </a:extLst>
          </p:cNvPr>
          <p:cNvSpPr txBox="1"/>
          <p:nvPr/>
        </p:nvSpPr>
        <p:spPr>
          <a:xfrm>
            <a:off x="235974" y="3710672"/>
            <a:ext cx="46506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How the System Works :</a:t>
            </a:r>
          </a:p>
          <a:p>
            <a:pPr>
              <a:buNone/>
            </a:pPr>
            <a:r>
              <a:rPr lang="en-US" sz="2400" dirty="0"/>
              <a:t>Suppose we have </a:t>
            </a:r>
            <a:r>
              <a:rPr lang="en-US" sz="2400" b="1" dirty="0"/>
              <a:t>4 parking slots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A = 1</a:t>
            </a:r>
            <a:r>
              <a:rPr lang="en-US" sz="2400" dirty="0"/>
              <a:t> → Slot A is occupied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B = 1</a:t>
            </a:r>
            <a:r>
              <a:rPr lang="en-US" sz="2400" dirty="0"/>
              <a:t> → Slot B is occupied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C = 1</a:t>
            </a:r>
            <a:r>
              <a:rPr lang="en-US" sz="2400" dirty="0"/>
              <a:t> → Slot C is occupied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D = 1</a:t>
            </a:r>
            <a:r>
              <a:rPr lang="en-US" sz="2400" dirty="0"/>
              <a:t> → Slot D is occupied </a:t>
            </a: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</a:rPr>
              <a:t>‘0’</a:t>
            </a:r>
            <a:r>
              <a:rPr lang="en-US" sz="2400" dirty="0"/>
              <a:t> means the slot is vacant.</a:t>
            </a:r>
          </a:p>
        </p:txBody>
      </p:sp>
      <p:pic>
        <p:nvPicPr>
          <p:cNvPr id="9" name="Picture 8" descr="A parking lot with cars and cameras">
            <a:extLst>
              <a:ext uri="{FF2B5EF4-FFF2-40B4-BE49-F238E27FC236}">
                <a16:creationId xmlns:a16="http://schemas.microsoft.com/office/drawing/2014/main" id="{AD998DE4-254F-E105-041A-8737A99DD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493" y="3676895"/>
            <a:ext cx="4915326" cy="29949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7814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7EAD-2A28-11B8-BCC7-CE2BAD58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145DB-B5D7-B4B3-A168-34E6A316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DAEC60F4-8222-2848-B9AE-B789C7B32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8184E5-53AE-5220-FA31-D26CC6E5194D}"/>
              </a:ext>
            </a:extLst>
          </p:cNvPr>
          <p:cNvSpPr txBox="1"/>
          <p:nvPr/>
        </p:nvSpPr>
        <p:spPr>
          <a:xfrm>
            <a:off x="167149" y="106127"/>
            <a:ext cx="1769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Example:</a:t>
            </a:r>
            <a:endParaRPr lang="en-IN" sz="2400" dirty="0">
              <a:solidFill>
                <a:srgbClr val="00206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18F485-1514-3953-D98B-973385C29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83258"/>
              </p:ext>
            </p:extLst>
          </p:nvPr>
        </p:nvGraphicFramePr>
        <p:xfrm>
          <a:off x="320777" y="673919"/>
          <a:ext cx="871506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121">
                  <a:extLst>
                    <a:ext uri="{9D8B030D-6E8A-4147-A177-3AD203B41FA5}">
                      <a16:colId xmlns:a16="http://schemas.microsoft.com/office/drawing/2014/main" val="3172975728"/>
                    </a:ext>
                  </a:extLst>
                </a:gridCol>
                <a:gridCol w="1678121">
                  <a:extLst>
                    <a:ext uri="{9D8B030D-6E8A-4147-A177-3AD203B41FA5}">
                      <a16:colId xmlns:a16="http://schemas.microsoft.com/office/drawing/2014/main" val="3183342453"/>
                    </a:ext>
                  </a:extLst>
                </a:gridCol>
                <a:gridCol w="1678121">
                  <a:extLst>
                    <a:ext uri="{9D8B030D-6E8A-4147-A177-3AD203B41FA5}">
                      <a16:colId xmlns:a16="http://schemas.microsoft.com/office/drawing/2014/main" val="676625297"/>
                    </a:ext>
                  </a:extLst>
                </a:gridCol>
                <a:gridCol w="1678121">
                  <a:extLst>
                    <a:ext uri="{9D8B030D-6E8A-4147-A177-3AD203B41FA5}">
                      <a16:colId xmlns:a16="http://schemas.microsoft.com/office/drawing/2014/main" val="1110656257"/>
                    </a:ext>
                  </a:extLst>
                </a:gridCol>
                <a:gridCol w="2002584">
                  <a:extLst>
                    <a:ext uri="{9D8B030D-6E8A-4147-A177-3AD203B41FA5}">
                      <a16:colId xmlns:a16="http://schemas.microsoft.com/office/drawing/2014/main" val="2702889761"/>
                    </a:ext>
                  </a:extLst>
                </a:gridCol>
              </a:tblGrid>
              <a:tr h="328183">
                <a:tc>
                  <a:txBody>
                    <a:bodyPr/>
                    <a:lstStyle/>
                    <a:p>
                      <a:r>
                        <a:rPr lang="en-US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accent5"/>
                          </a:solidFill>
                          <a:effectLst>
                            <a:outerShdw blurRad="12700" dist="38100" dir="2700000" algn="tl" rotWithShape="0">
                              <a:schemeClr val="accent5">
                                <a:lumMod val="60000"/>
                                <a:lumOff val="40000"/>
                              </a:schemeClr>
                            </a:outerShdw>
                          </a:effectLst>
                        </a:rPr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accent5"/>
                          </a:solidFill>
                          <a:effectLst>
                            <a:outerShdw blurRad="12700" dist="38100" dir="2700000" algn="tl" rotWithShape="0">
                              <a:schemeClr val="accent5">
                                <a:lumMod val="60000"/>
                                <a:lumOff val="40000"/>
                              </a:schemeClr>
                            </a:outerShdw>
                          </a:effectLst>
                        </a:rPr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accent5"/>
                          </a:solidFill>
                          <a:effectLst>
                            <a:outerShdw blurRad="12700" dist="38100" dir="2700000" algn="tl" rotWithShape="0">
                              <a:schemeClr val="accent5">
                                <a:lumMod val="60000"/>
                                <a:lumOff val="40000"/>
                              </a:schemeClr>
                            </a:outerShdw>
                          </a:effectLst>
                        </a:rPr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accent5"/>
                          </a:solidFill>
                          <a:effectLst>
                            <a:outerShdw blurRad="12700" dist="38100" dir="2700000" algn="tl" rotWithShape="0">
                              <a:schemeClr val="accent5">
                                <a:lumMod val="60000"/>
                                <a:lumOff val="40000"/>
                              </a:schemeClr>
                            </a:outerShdw>
                          </a:effectLst>
                        </a:rPr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accent5"/>
                          </a:solidFill>
                          <a:effectLst>
                            <a:outerShdw blurRad="12700" dist="38100" dir="2700000" algn="tl" rotWithShape="0">
                              <a:schemeClr val="accent5">
                                <a:lumMod val="60000"/>
                                <a:lumOff val="40000"/>
                              </a:schemeClr>
                            </a:outerShdw>
                          </a:effectLst>
                        </a:rPr>
                        <a:t>Status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535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All vacant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168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One occupied</a:t>
                      </a:r>
                      <a:endParaRPr lang="en-IN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70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One slot available</a:t>
                      </a:r>
                      <a:endParaRPr lang="en-IN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46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Parking Full</a:t>
                      </a:r>
                      <a:endParaRPr lang="en-IN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842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A26DFE-C847-275B-39AA-9016285C3E65}"/>
              </a:ext>
            </a:extLst>
          </p:cNvPr>
          <p:cNvSpPr txBox="1"/>
          <p:nvPr/>
        </p:nvSpPr>
        <p:spPr>
          <a:xfrm>
            <a:off x="167149" y="2949110"/>
            <a:ext cx="11847870" cy="494160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Logic Gates Used 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B0F0"/>
                </a:solidFill>
              </a:rPr>
              <a:t>Main Logic Gates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NOT Gate</a:t>
            </a:r>
            <a:endParaRPr lang="en-US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Detects whether a slot is vacant. 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OR Gate</a:t>
            </a:r>
            <a:endParaRPr lang="en-US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Determines whether at least one slot is available. </a:t>
            </a:r>
          </a:p>
          <a:p>
            <a:pPr>
              <a:lnSpc>
                <a:spcPct val="150000"/>
              </a:lnSpc>
              <a:buNone/>
            </a:pPr>
            <a:endParaRPr lang="en-US" sz="2000" b="1" dirty="0"/>
          </a:p>
          <a:p>
            <a:pPr>
              <a:lnSpc>
                <a:spcPct val="150000"/>
              </a:lnSpc>
              <a:buNone/>
            </a:pPr>
            <a:endParaRPr lang="en-US" sz="2000" b="1" dirty="0"/>
          </a:p>
          <a:p>
            <a:pPr>
              <a:lnSpc>
                <a:spcPct val="150000"/>
              </a:lnSpc>
              <a:buNone/>
            </a:pPr>
            <a:endParaRPr lang="en-US" sz="2000" b="1" dirty="0"/>
          </a:p>
          <a:p>
            <a:pPr>
              <a:lnSpc>
                <a:spcPct val="150000"/>
              </a:lnSpc>
              <a:buNone/>
            </a:pPr>
            <a:endParaRPr lang="en-US" sz="2000" b="1" dirty="0"/>
          </a:p>
          <a:p>
            <a:pPr>
              <a:lnSpc>
                <a:spcPct val="150000"/>
              </a:lnSpc>
              <a:buNone/>
            </a:pPr>
            <a:endParaRPr lang="en-US" sz="2000" b="1" dirty="0"/>
          </a:p>
          <a:p>
            <a:pPr>
              <a:lnSpc>
                <a:spcPct val="150000"/>
              </a:lnSpc>
              <a:buNone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AND Gate</a:t>
            </a:r>
            <a:endParaRPr lang="en-US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Controls vehicle entry. 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Parking Available: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P=A+B+C+D</a:t>
            </a:r>
            <a:endParaRPr lang="en-IN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8D28F8-848D-3728-0A8B-B3C402C50257}"/>
              </a:ext>
            </a:extLst>
          </p:cNvPr>
          <p:cNvCxnSpPr/>
          <p:nvPr/>
        </p:nvCxnSpPr>
        <p:spPr>
          <a:xfrm>
            <a:off x="6312310" y="5378245"/>
            <a:ext cx="2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7025A6-08D1-BECD-9612-704969F91782}"/>
              </a:ext>
            </a:extLst>
          </p:cNvPr>
          <p:cNvCxnSpPr/>
          <p:nvPr/>
        </p:nvCxnSpPr>
        <p:spPr>
          <a:xfrm>
            <a:off x="6612193" y="5378245"/>
            <a:ext cx="2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ECD8E1-9196-87B8-1CCC-FBF7B439720F}"/>
              </a:ext>
            </a:extLst>
          </p:cNvPr>
          <p:cNvCxnSpPr/>
          <p:nvPr/>
        </p:nvCxnSpPr>
        <p:spPr>
          <a:xfrm>
            <a:off x="7246374" y="5378245"/>
            <a:ext cx="2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E8F35C-009D-AC22-EF8D-49057C82F136}"/>
              </a:ext>
            </a:extLst>
          </p:cNvPr>
          <p:cNvCxnSpPr/>
          <p:nvPr/>
        </p:nvCxnSpPr>
        <p:spPr>
          <a:xfrm>
            <a:off x="6916684" y="5378245"/>
            <a:ext cx="2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60594B6-E4DD-DBFF-5955-DDC8CA1A2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542" y="2589407"/>
            <a:ext cx="3924000" cy="18607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564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1A17-4030-6F06-B8D2-D1CD608B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C6E29-4B32-7DEF-4479-F64AA589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20D34EE1-597D-B0EF-2A62-04FEAC08E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6B9DFE-41BF-E890-AA52-6E22EDA85FDA}"/>
              </a:ext>
            </a:extLst>
          </p:cNvPr>
          <p:cNvSpPr/>
          <p:nvPr/>
        </p:nvSpPr>
        <p:spPr>
          <a:xfrm>
            <a:off x="530942" y="983226"/>
            <a:ext cx="904568" cy="2851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7AB399-03F1-3F14-EBF7-DE67561B8C6E}"/>
              </a:ext>
            </a:extLst>
          </p:cNvPr>
          <p:cNvSpPr/>
          <p:nvPr/>
        </p:nvSpPr>
        <p:spPr>
          <a:xfrm>
            <a:off x="530942" y="1795344"/>
            <a:ext cx="904568" cy="2851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703355-304C-3CA9-98BD-27C378AFD761}"/>
              </a:ext>
            </a:extLst>
          </p:cNvPr>
          <p:cNvSpPr/>
          <p:nvPr/>
        </p:nvSpPr>
        <p:spPr>
          <a:xfrm>
            <a:off x="530942" y="1481753"/>
            <a:ext cx="904568" cy="2851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08ED95-5926-143B-C1CE-A3E63086E410}"/>
              </a:ext>
            </a:extLst>
          </p:cNvPr>
          <p:cNvSpPr/>
          <p:nvPr/>
        </p:nvSpPr>
        <p:spPr>
          <a:xfrm>
            <a:off x="3637935" y="2569908"/>
            <a:ext cx="550607" cy="3412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CFAF52-65E0-1FC3-7229-4E4ADA71EE10}"/>
              </a:ext>
            </a:extLst>
          </p:cNvPr>
          <p:cNvSpPr/>
          <p:nvPr/>
        </p:nvSpPr>
        <p:spPr>
          <a:xfrm>
            <a:off x="530942" y="1232490"/>
            <a:ext cx="904568" cy="2851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BA7111-A470-504D-9E5A-3F480E39964A}"/>
              </a:ext>
            </a:extLst>
          </p:cNvPr>
          <p:cNvSpPr/>
          <p:nvPr/>
        </p:nvSpPr>
        <p:spPr>
          <a:xfrm>
            <a:off x="4463845" y="1517625"/>
            <a:ext cx="2458065" cy="30542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82FFED-EC2F-0E41-6313-E8A60D4DE89E}"/>
              </a:ext>
            </a:extLst>
          </p:cNvPr>
          <p:cNvSpPr/>
          <p:nvPr/>
        </p:nvSpPr>
        <p:spPr>
          <a:xfrm>
            <a:off x="3510116" y="1481753"/>
            <a:ext cx="412955" cy="3412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2533CA-B5EE-FC64-0293-6A7953D4BFA4}"/>
              </a:ext>
            </a:extLst>
          </p:cNvPr>
          <p:cNvSpPr/>
          <p:nvPr/>
        </p:nvSpPr>
        <p:spPr>
          <a:xfrm>
            <a:off x="4709652" y="2569908"/>
            <a:ext cx="1887793" cy="30542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E1C4B-F686-D599-FD65-7AC9931F4221}"/>
              </a:ext>
            </a:extLst>
          </p:cNvPr>
          <p:cNvSpPr txBox="1"/>
          <p:nvPr/>
        </p:nvSpPr>
        <p:spPr>
          <a:xfrm>
            <a:off x="334297" y="497486"/>
            <a:ext cx="1112028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Block Diagram 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Slot A ──&gt; NOT ──┐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Slot B ──&gt; NOT ──┤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Slot C ──&gt; NOT ──┤──&gt; OR ──&gt; Parking Available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Slot D ──&gt; NOT ──┘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                        ▼</a:t>
            </a:r>
          </a:p>
          <a:p>
            <a:pPr rtl="0">
              <a:buNone/>
            </a:pPr>
            <a:r>
              <a:rPr lang="en-IN" b="1" dirty="0">
                <a:solidFill>
                  <a:srgbClr val="7030A0"/>
                </a:solidFill>
                <a:latin typeface="Courier New" panose="02070309020205020404" pitchFamily="49" charset="0"/>
              </a:rPr>
              <a:t> Vehicle Present ─────&gt; AND ──&gt; Entry Allowed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ADC04-B843-22FF-FBE3-3EB03AE4CDF7}"/>
              </a:ext>
            </a:extLst>
          </p:cNvPr>
          <p:cNvSpPr txBox="1"/>
          <p:nvPr/>
        </p:nvSpPr>
        <p:spPr>
          <a:xfrm>
            <a:off x="255638" y="2959699"/>
            <a:ext cx="6174658" cy="2037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solidFill>
                  <a:srgbClr val="0070C0"/>
                </a:solidFill>
              </a:rPr>
              <a:t>Outputs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Parking Available</a:t>
            </a:r>
            <a:r>
              <a:rPr lang="en-I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Entry Allowed</a:t>
            </a:r>
            <a:r>
              <a:rPr lang="en-IN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Parking Full</a:t>
            </a:r>
            <a:endParaRPr lang="en-IN" dirty="0"/>
          </a:p>
        </p:txBody>
      </p:sp>
      <p:pic>
        <p:nvPicPr>
          <p:cNvPr id="11" name="Picture 10" descr="A hand holding a phone and a car">
            <a:extLst>
              <a:ext uri="{FF2B5EF4-FFF2-40B4-BE49-F238E27FC236}">
                <a16:creationId xmlns:a16="http://schemas.microsoft.com/office/drawing/2014/main" id="{395BA8A1-4D99-5961-78CF-9F7C23435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884" y="3310691"/>
            <a:ext cx="6882581" cy="33065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5522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0A78-22F6-A8B2-4738-986503CE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0E6F-7F7D-1543-DACE-20180A7F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4D2D3A2D-65EA-7356-FE6E-12F1B3EB4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386386-3B5B-72E4-28E9-7665D1704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03669"/>
              </p:ext>
            </p:extLst>
          </p:nvPr>
        </p:nvGraphicFramePr>
        <p:xfrm>
          <a:off x="345831" y="1043863"/>
          <a:ext cx="10515600" cy="18288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427515">
                  <a:extLst>
                    <a:ext uri="{9D8B030D-6E8A-4147-A177-3AD203B41FA5}">
                      <a16:colId xmlns:a16="http://schemas.microsoft.com/office/drawing/2014/main" val="4132953088"/>
                    </a:ext>
                  </a:extLst>
                </a:gridCol>
                <a:gridCol w="2830285">
                  <a:extLst>
                    <a:ext uri="{9D8B030D-6E8A-4147-A177-3AD203B41FA5}">
                      <a16:colId xmlns:a16="http://schemas.microsoft.com/office/drawing/2014/main" val="5870145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746495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30635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Parking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Parking 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16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622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079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24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92751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A7BE720-A0F8-6F26-C207-BFF2A6619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7" y="3032319"/>
            <a:ext cx="25311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= Vacant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= Occupied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9240D-73A4-355E-722A-A7667C8009C8}"/>
              </a:ext>
            </a:extLst>
          </p:cNvPr>
          <p:cNvSpPr txBox="1"/>
          <p:nvPr/>
        </p:nvSpPr>
        <p:spPr>
          <a:xfrm>
            <a:off x="261257" y="140677"/>
            <a:ext cx="2361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Truth Table :</a:t>
            </a:r>
            <a:endParaRPr lang="en-IN" sz="2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50A05-99E6-A4B2-6806-73198856A407}"/>
              </a:ext>
            </a:extLst>
          </p:cNvPr>
          <p:cNvSpPr txBox="1"/>
          <p:nvPr/>
        </p:nvSpPr>
        <p:spPr>
          <a:xfrm>
            <a:off x="345831" y="619908"/>
            <a:ext cx="6787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For a simple </a:t>
            </a:r>
            <a:r>
              <a:rPr lang="en-US" b="1" dirty="0"/>
              <a:t>2-slot example</a:t>
            </a:r>
            <a:r>
              <a:rPr lang="en-US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1340C-2B18-A5FD-13FD-65447316EB0B}"/>
              </a:ext>
            </a:extLst>
          </p:cNvPr>
          <p:cNvSpPr txBox="1"/>
          <p:nvPr/>
        </p:nvSpPr>
        <p:spPr>
          <a:xfrm>
            <a:off x="261256" y="4461550"/>
            <a:ext cx="874509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solidFill>
                  <a:srgbClr val="002060"/>
                </a:solidFill>
              </a:rPr>
              <a:t>Entry Control &amp; Working</a:t>
            </a:r>
          </a:p>
          <a:p>
            <a:pPr lvl="1"/>
            <a:r>
              <a:rPr lang="en-US" sz="2400" b="1" dirty="0">
                <a:solidFill>
                  <a:srgbClr val="002060"/>
                </a:solidFill>
              </a:rPr>
              <a:t>Entry Equation :</a:t>
            </a:r>
          </a:p>
          <a:p>
            <a:pPr lvl="1"/>
            <a:r>
              <a:rPr lang="en-US" sz="2000" dirty="0"/>
              <a:t>Let: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</a:rPr>
              <a:t>V</a:t>
            </a:r>
            <a:r>
              <a:rPr lang="en-US" sz="2000" dirty="0"/>
              <a:t> = Vehicle present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</a:rPr>
              <a:t>P</a:t>
            </a:r>
            <a:r>
              <a:rPr lang="en-US" sz="2000" dirty="0"/>
              <a:t> = Parking available </a:t>
            </a:r>
          </a:p>
          <a:p>
            <a:pPr lvl="1"/>
            <a:r>
              <a:rPr lang="en-US" sz="2000" dirty="0"/>
              <a:t>Then:</a:t>
            </a:r>
          </a:p>
          <a:p>
            <a:pPr lvl="1"/>
            <a:r>
              <a:rPr lang="en-US" sz="2000" b="1" dirty="0">
                <a:solidFill>
                  <a:srgbClr val="7030A0"/>
                </a:solidFill>
              </a:rPr>
              <a:t>E=V⋅P</a:t>
            </a:r>
            <a:endParaRPr lang="en-IN" b="1" dirty="0">
              <a:solidFill>
                <a:srgbClr val="7030A0"/>
              </a:solidFill>
            </a:endParaRPr>
          </a:p>
        </p:txBody>
      </p:sp>
      <p:pic>
        <p:nvPicPr>
          <p:cNvPr id="9" name="Picture 8" descr="A car with wireless antenna on top of a parking sign">
            <a:extLst>
              <a:ext uri="{FF2B5EF4-FFF2-40B4-BE49-F238E27FC236}">
                <a16:creationId xmlns:a16="http://schemas.microsoft.com/office/drawing/2014/main" id="{8899EC75-5053-34E0-A262-E9F62D861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620" y="3429000"/>
            <a:ext cx="3976627" cy="28653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87887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67D1-DC93-426F-0644-9A586338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F519-3DAB-047B-209B-AA19391F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5C8F916D-8254-095A-712A-B62B0FD45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A diagram of a parking lot">
            <a:extLst>
              <a:ext uri="{FF2B5EF4-FFF2-40B4-BE49-F238E27FC236}">
                <a16:creationId xmlns:a16="http://schemas.microsoft.com/office/drawing/2014/main" id="{52B61715-3BA8-1B02-6719-D5FBFF732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4" cy="6858001"/>
          </a:xfrm>
          <a:prstGeom prst="rect">
            <a:avLst/>
          </a:prstGeom>
          <a:gradFill>
            <a:gsLst>
              <a:gs pos="0">
                <a:schemeClr val="accent5">
                  <a:lumMod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2086852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72404-71B0-62F4-AAAD-868A6038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99FF-E4C8-9E00-D6C2-E2BF1D4D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F9927984-02E8-6DA9-5F34-A50FA0A52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5FB5BB-6D72-22B3-AF54-BFA8447879C6}"/>
              </a:ext>
            </a:extLst>
          </p:cNvPr>
          <p:cNvSpPr txBox="1"/>
          <p:nvPr/>
        </p:nvSpPr>
        <p:spPr>
          <a:xfrm>
            <a:off x="452285" y="192686"/>
            <a:ext cx="11415250" cy="594008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7030A0"/>
                </a:solidFill>
              </a:rPr>
              <a:t>Logisim Simulation: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Create input switches.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Add NOT gates.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Connect them to an OR gate.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Add an AND gate for entry control.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Connect LEDs to the outputs.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Test different input combinations. </a:t>
            </a:r>
          </a:p>
          <a:p>
            <a:endParaRPr lang="en-US" sz="2800" b="1" dirty="0"/>
          </a:p>
          <a:p>
            <a:r>
              <a:rPr lang="en-US" sz="3200" b="1" dirty="0">
                <a:solidFill>
                  <a:srgbClr val="7030A0"/>
                </a:solidFill>
              </a:rPr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Simple and low-cost design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Reduces manual effort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Quick parking-status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Prevents entry when parking is full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Easy to simulate and understand</a:t>
            </a:r>
            <a:r>
              <a:rPr lang="en-US" sz="2800" dirty="0"/>
              <a:t>	</a:t>
            </a:r>
          </a:p>
          <a:p>
            <a:pPr>
              <a:buNone/>
            </a:pPr>
            <a:r>
              <a:rPr lang="en-US" sz="2800" b="1" dirty="0">
                <a:solidFill>
                  <a:srgbClr val="7030A0"/>
                </a:solidFill>
              </a:rPr>
              <a:t>    </a:t>
            </a:r>
          </a:p>
          <a:p>
            <a:pPr>
              <a:buNone/>
            </a:pPr>
            <a:r>
              <a:rPr lang="en-US" sz="2800" b="1" dirty="0">
                <a:solidFill>
                  <a:srgbClr val="7030A0"/>
                </a:solidFill>
              </a:rPr>
              <a:t>            Applications 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Shopping malls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Colleges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Hospitals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Airports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Offices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Hotels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E531B9-FBC6-45D0-BB13-01776251A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910" y="3507658"/>
            <a:ext cx="5317410" cy="291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7609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5BF9-C2FB-0ADB-7845-56600F32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59EA-05DD-EE9E-6CFB-CD3B81B9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2FC8C832-795A-CB2F-0B49-490AE54CE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3BE971-D20C-0BAD-F88D-67C1234924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6D2E2-E98D-513B-BEA2-07E5E1492E6B}"/>
              </a:ext>
            </a:extLst>
          </p:cNvPr>
          <p:cNvSpPr txBox="1"/>
          <p:nvPr/>
        </p:nvSpPr>
        <p:spPr>
          <a:xfrm>
            <a:off x="2104103" y="2055813"/>
            <a:ext cx="7502013" cy="1862048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IN" sz="115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Thank</a:t>
            </a:r>
            <a:r>
              <a:rPr lang="en-IN" sz="115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340848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655</Words>
  <Application>Microsoft Office PowerPoint</Application>
  <PresentationFormat>Widescreen</PresentationFormat>
  <Paragraphs>156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Aptos</vt:lpstr>
      <vt:lpstr>Aptos Display</vt:lpstr>
      <vt:lpstr>Arial</vt:lpstr>
      <vt:lpstr>Arial Black</vt:lpstr>
      <vt:lpstr>Arial Unicode MS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MUBASHEREEN</dc:creator>
  <cp:lastModifiedBy>MD MUBASHEREEN</cp:lastModifiedBy>
  <cp:revision>1</cp:revision>
  <dcterms:created xsi:type="dcterms:W3CDTF">2026-09-04T12:40:58Z</dcterms:created>
  <dcterms:modified xsi:type="dcterms:W3CDTF">2026-09-05T08:39:35Z</dcterms:modified>
</cp:coreProperties>
</file>